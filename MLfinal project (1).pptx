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Work Sans Medium"/>
      <p:regular r:id="rId25"/>
      <p:bold r:id="rId26"/>
      <p:italic r:id="rId27"/>
      <p:boldItalic r:id="rId28"/>
    </p:embeddedFont>
    <p:embeddedFont>
      <p:font typeface="Work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WorkSansMedium-bold.fntdata"/><Relationship Id="rId25" Type="http://schemas.openxmlformats.org/officeDocument/2006/relationships/font" Target="fonts/WorkSansMedium-regular.fntdata"/><Relationship Id="rId28" Type="http://schemas.openxmlformats.org/officeDocument/2006/relationships/font" Target="fonts/WorkSansMedium-boldItalic.fntdata"/><Relationship Id="rId27" Type="http://schemas.openxmlformats.org/officeDocument/2006/relationships/font" Target="fonts/WorkSans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Work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WorkSans-italic.fntdata"/><Relationship Id="rId30" Type="http://schemas.openxmlformats.org/officeDocument/2006/relationships/font" Target="fonts/Work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Work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db37e8bf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db37e8bf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db37e8bf6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db37e8bf6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db37e8bf6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db37e8bf6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e6fd2c6daa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e6fd2c6daa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e6fd2c6daa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e6fd2c6daa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db37e8bf6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db37e8bf6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db37e8bf6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db37e8bf6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e78b9acea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e78b9acea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db37e8bf6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db37e8bf6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Justify your choice of candidate algorithms and your choice of performance targets to compare the candidate models </a:t>
            </a:r>
            <a:endParaRPr sz="3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e78b9acea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e78b9acea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e78b9acea1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e78b9acea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e78b9acea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e78b9acea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e78b9acea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e78b9acea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dbf9393e1f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dbf9393e1f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e78b9acea1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e78b9acea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db37e8bf67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db37e8bf67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e78b9acea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e78b9acea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e78b9acea1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e78b9acea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db37e8bf67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db37e8bf67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6655200" y="2571900"/>
            <a:ext cx="2488800" cy="25809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0" y="0"/>
            <a:ext cx="6655200" cy="323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655200" y="0"/>
            <a:ext cx="2488800" cy="2571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0" y="3234000"/>
            <a:ext cx="6655200" cy="190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00">
              <a:solidFill>
                <a:schemeClr val="accent4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774850" y="0"/>
            <a:ext cx="2369100" cy="19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type="title"/>
          </p:nvPr>
        </p:nvSpPr>
        <p:spPr>
          <a:xfrm>
            <a:off x="0" y="0"/>
            <a:ext cx="6655200" cy="32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"/>
              <a:buNone/>
              <a:defRPr sz="60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131700" y="3950550"/>
            <a:ext cx="2964300" cy="4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sk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055500" y="3408425"/>
            <a:ext cx="3088500" cy="173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47600" y="0"/>
            <a:ext cx="5307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23" name="Google Shape;23;p3"/>
          <p:cNvSpPr/>
          <p:nvPr>
            <p:ph idx="3" type="pic"/>
          </p:nvPr>
        </p:nvSpPr>
        <p:spPr>
          <a:xfrm>
            <a:off x="6055500" y="0"/>
            <a:ext cx="3088500" cy="34083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3"/>
          <p:cNvSpPr txBox="1"/>
          <p:nvPr>
            <p:ph idx="4" type="body"/>
          </p:nvPr>
        </p:nvSpPr>
        <p:spPr>
          <a:xfrm>
            <a:off x="6059050" y="4398400"/>
            <a:ext cx="1430400" cy="7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type="title"/>
          </p:nvPr>
        </p:nvSpPr>
        <p:spPr>
          <a:xfrm>
            <a:off x="1064600" y="1401375"/>
            <a:ext cx="3439200" cy="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5" type="title"/>
          </p:nvPr>
        </p:nvSpPr>
        <p:spPr>
          <a:xfrm>
            <a:off x="6055500" y="3408300"/>
            <a:ext cx="1811400" cy="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6" type="body"/>
          </p:nvPr>
        </p:nvSpPr>
        <p:spPr>
          <a:xfrm>
            <a:off x="1064600" y="2668225"/>
            <a:ext cx="4464600" cy="21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>
            <p:ph idx="2" type="pic"/>
          </p:nvPr>
        </p:nvSpPr>
        <p:spPr>
          <a:xfrm>
            <a:off x="7008875" y="0"/>
            <a:ext cx="2135100" cy="22152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4"/>
          <p:cNvSpPr/>
          <p:nvPr>
            <p:ph idx="3" type="pic"/>
          </p:nvPr>
        </p:nvSpPr>
        <p:spPr>
          <a:xfrm>
            <a:off x="4791600" y="2215125"/>
            <a:ext cx="2215200" cy="29283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4"/>
          <p:cNvSpPr/>
          <p:nvPr/>
        </p:nvSpPr>
        <p:spPr>
          <a:xfrm>
            <a:off x="0" y="0"/>
            <a:ext cx="7662600" cy="2215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0" y="2215125"/>
            <a:ext cx="4791600" cy="292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" name="Google Shape;34;p4"/>
          <p:cNvSpPr/>
          <p:nvPr/>
        </p:nvSpPr>
        <p:spPr>
          <a:xfrm>
            <a:off x="7008875" y="2215200"/>
            <a:ext cx="2135100" cy="2928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145500" y="3929025"/>
            <a:ext cx="2215200" cy="12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145500" y="-100"/>
            <a:ext cx="4791600" cy="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0"/>
              <a:buFont typeface="Work Sans"/>
              <a:buNone/>
              <a:defRPr sz="150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747600" y="0"/>
            <a:ext cx="45123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5259825" y="0"/>
            <a:ext cx="3888000" cy="2571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" name="Google Shape;40;p5"/>
          <p:cNvSpPr/>
          <p:nvPr/>
        </p:nvSpPr>
        <p:spPr>
          <a:xfrm>
            <a:off x="5259900" y="2571750"/>
            <a:ext cx="1947300" cy="257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" name="Google Shape;41;p5"/>
          <p:cNvSpPr/>
          <p:nvPr/>
        </p:nvSpPr>
        <p:spPr>
          <a:xfrm>
            <a:off x="7210800" y="3857775"/>
            <a:ext cx="1947300" cy="1286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" name="Google Shape;42;p5"/>
          <p:cNvSpPr/>
          <p:nvPr/>
        </p:nvSpPr>
        <p:spPr>
          <a:xfrm>
            <a:off x="7207200" y="2571750"/>
            <a:ext cx="1947300" cy="1286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" name="Google Shape;43;p5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46" name="Google Shape;46;p5"/>
          <p:cNvSpPr txBox="1"/>
          <p:nvPr>
            <p:ph type="title"/>
          </p:nvPr>
        </p:nvSpPr>
        <p:spPr>
          <a:xfrm>
            <a:off x="1037175" y="1735275"/>
            <a:ext cx="3969300" cy="326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idx="3" type="title"/>
          </p:nvPr>
        </p:nvSpPr>
        <p:spPr>
          <a:xfrm>
            <a:off x="5263800" y="50"/>
            <a:ext cx="3738600" cy="13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Work Sans Medium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Work Sans"/>
              <a:buNone/>
              <a:defRPr sz="12000"/>
            </a:lvl9pPr>
          </a:lstStyle>
          <a:p/>
        </p:txBody>
      </p:sp>
      <p:sp>
        <p:nvSpPr>
          <p:cNvPr id="48" name="Google Shape;48;p5"/>
          <p:cNvSpPr txBox="1"/>
          <p:nvPr>
            <p:ph idx="4" type="title"/>
          </p:nvPr>
        </p:nvSpPr>
        <p:spPr>
          <a:xfrm>
            <a:off x="5259825" y="2571900"/>
            <a:ext cx="1947300" cy="13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9pPr>
          </a:lstStyle>
          <a:p/>
        </p:txBody>
      </p:sp>
      <p:sp>
        <p:nvSpPr>
          <p:cNvPr id="49" name="Google Shape;49;p5"/>
          <p:cNvSpPr txBox="1"/>
          <p:nvPr>
            <p:ph idx="5" type="title"/>
          </p:nvPr>
        </p:nvSpPr>
        <p:spPr>
          <a:xfrm>
            <a:off x="7207200" y="2572025"/>
            <a:ext cx="19473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9pPr>
          </a:lstStyle>
          <a:p/>
        </p:txBody>
      </p:sp>
      <p:sp>
        <p:nvSpPr>
          <p:cNvPr id="50" name="Google Shape;50;p5"/>
          <p:cNvSpPr txBox="1"/>
          <p:nvPr>
            <p:ph idx="6" type="title"/>
          </p:nvPr>
        </p:nvSpPr>
        <p:spPr>
          <a:xfrm>
            <a:off x="7210800" y="3857775"/>
            <a:ext cx="19473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Work Sans"/>
              <a:buNone/>
              <a:defRPr sz="6000"/>
            </a:lvl9pPr>
          </a:lstStyle>
          <a:p/>
        </p:txBody>
      </p:sp>
      <p:sp>
        <p:nvSpPr>
          <p:cNvPr id="51" name="Google Shape;51;p5"/>
          <p:cNvSpPr txBox="1"/>
          <p:nvPr>
            <p:ph idx="7" type="body"/>
          </p:nvPr>
        </p:nvSpPr>
        <p:spPr>
          <a:xfrm>
            <a:off x="5259900" y="4398400"/>
            <a:ext cx="1947300" cy="7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8" type="body"/>
          </p:nvPr>
        </p:nvSpPr>
        <p:spPr>
          <a:xfrm>
            <a:off x="7207200" y="4550875"/>
            <a:ext cx="1947300" cy="59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9" type="body"/>
          </p:nvPr>
        </p:nvSpPr>
        <p:spPr>
          <a:xfrm>
            <a:off x="7207200" y="3439575"/>
            <a:ext cx="1947300" cy="4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●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○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■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●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○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■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●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○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Char char="■"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13" type="body"/>
          </p:nvPr>
        </p:nvSpPr>
        <p:spPr>
          <a:xfrm>
            <a:off x="5263800" y="2095500"/>
            <a:ext cx="2109900" cy="4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●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○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 Medium"/>
              <a:buChar char="■"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4" type="subTitle"/>
          </p:nvPr>
        </p:nvSpPr>
        <p:spPr>
          <a:xfrm>
            <a:off x="1057550" y="187075"/>
            <a:ext cx="28932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/>
            </a:lvl1pPr>
            <a:lvl2pPr lvl="1" rtl="0" algn="ctr">
              <a:buNone/>
              <a:defRPr/>
            </a:lvl2pPr>
            <a:lvl3pPr lvl="2" rtl="0" algn="ctr">
              <a:buNone/>
              <a:defRPr/>
            </a:lvl3pPr>
            <a:lvl4pPr lvl="3" rtl="0" algn="ctr">
              <a:buNone/>
              <a:defRPr/>
            </a:lvl4pPr>
            <a:lvl5pPr lvl="4" rtl="0" algn="ctr">
              <a:buNone/>
              <a:defRPr/>
            </a:lvl5pPr>
            <a:lvl6pPr lvl="5" rtl="0" algn="ctr">
              <a:buNone/>
              <a:defRPr/>
            </a:lvl6pPr>
            <a:lvl7pPr lvl="6" rtl="0" algn="ctr">
              <a:buNone/>
              <a:defRPr/>
            </a:lvl7pPr>
            <a:lvl8pPr lvl="7" rtl="0" algn="ctr">
              <a:buNone/>
              <a:defRPr/>
            </a:lvl8pPr>
            <a:lvl9pPr lvl="8" rtl="0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lues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9" name="Google Shape;59;p6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61" name="Google Shape;61;p6"/>
          <p:cNvSpPr/>
          <p:nvPr/>
        </p:nvSpPr>
        <p:spPr>
          <a:xfrm>
            <a:off x="747600" y="0"/>
            <a:ext cx="83964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6"/>
          <p:cNvSpPr txBox="1"/>
          <p:nvPr>
            <p:ph type="title"/>
          </p:nvPr>
        </p:nvSpPr>
        <p:spPr>
          <a:xfrm>
            <a:off x="747500" y="145525"/>
            <a:ext cx="8396400" cy="14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"/>
              <a:buNone/>
              <a:defRPr sz="60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3" type="subTitle"/>
          </p:nvPr>
        </p:nvSpPr>
        <p:spPr>
          <a:xfrm>
            <a:off x="747600" y="145525"/>
            <a:ext cx="6152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64" name="Google Shape;64;p6"/>
          <p:cNvSpPr/>
          <p:nvPr/>
        </p:nvSpPr>
        <p:spPr>
          <a:xfrm>
            <a:off x="747600" y="1714500"/>
            <a:ext cx="83964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121212"/>
              </a:solidFill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747600" y="3429000"/>
            <a:ext cx="8396400" cy="1714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6" name="Google Shape;66;p6"/>
          <p:cNvSpPr txBox="1"/>
          <p:nvPr>
            <p:ph idx="4" type="title"/>
          </p:nvPr>
        </p:nvSpPr>
        <p:spPr>
          <a:xfrm>
            <a:off x="747600" y="1870650"/>
            <a:ext cx="8396400" cy="14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  <a:defRPr sz="6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5" type="subTitle"/>
          </p:nvPr>
        </p:nvSpPr>
        <p:spPr>
          <a:xfrm>
            <a:off x="747600" y="1870650"/>
            <a:ext cx="5192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6" type="title"/>
          </p:nvPr>
        </p:nvSpPr>
        <p:spPr>
          <a:xfrm>
            <a:off x="747600" y="3595775"/>
            <a:ext cx="8396400" cy="14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  <a:defRPr sz="6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7" type="subTitle"/>
          </p:nvPr>
        </p:nvSpPr>
        <p:spPr>
          <a:xfrm>
            <a:off x="747600" y="3595775"/>
            <a:ext cx="6152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70" name="Google Shape;70;p6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ssion">
  <p:cSld name="ONE_COLUM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/>
          <p:nvPr/>
        </p:nvSpPr>
        <p:spPr>
          <a:xfrm>
            <a:off x="743850" y="0"/>
            <a:ext cx="6655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76" name="Google Shape;76;p7"/>
          <p:cNvSpPr/>
          <p:nvPr>
            <p:ph idx="3" type="pic"/>
          </p:nvPr>
        </p:nvSpPr>
        <p:spPr>
          <a:xfrm>
            <a:off x="7398900" y="0"/>
            <a:ext cx="1745100" cy="32340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7"/>
          <p:cNvSpPr txBox="1"/>
          <p:nvPr>
            <p:ph type="title"/>
          </p:nvPr>
        </p:nvSpPr>
        <p:spPr>
          <a:xfrm>
            <a:off x="743700" y="434225"/>
            <a:ext cx="6655200" cy="456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7"/>
          <p:cNvSpPr/>
          <p:nvPr/>
        </p:nvSpPr>
        <p:spPr>
          <a:xfrm>
            <a:off x="7398875" y="3234000"/>
            <a:ext cx="1745100" cy="1909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" name="Google Shape;79;p7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MAIN_POIN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84" name="Google Shape;84;p8"/>
          <p:cNvSpPr txBox="1"/>
          <p:nvPr>
            <p:ph type="title"/>
          </p:nvPr>
        </p:nvSpPr>
        <p:spPr>
          <a:xfrm>
            <a:off x="1024500" y="560675"/>
            <a:ext cx="5956200" cy="11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85" name="Google Shape;85;p8"/>
          <p:cNvSpPr/>
          <p:nvPr/>
        </p:nvSpPr>
        <p:spPr>
          <a:xfrm>
            <a:off x="905225" y="1736400"/>
            <a:ext cx="8104800" cy="3283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8"/>
          <p:cNvCxnSpPr/>
          <p:nvPr/>
        </p:nvCxnSpPr>
        <p:spPr>
          <a:xfrm>
            <a:off x="895800" y="2559700"/>
            <a:ext cx="8248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8"/>
          <p:cNvCxnSpPr/>
          <p:nvPr/>
        </p:nvCxnSpPr>
        <p:spPr>
          <a:xfrm>
            <a:off x="905225" y="3378188"/>
            <a:ext cx="823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8"/>
          <p:cNvCxnSpPr/>
          <p:nvPr/>
        </p:nvCxnSpPr>
        <p:spPr>
          <a:xfrm>
            <a:off x="905225" y="4199163"/>
            <a:ext cx="82386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8"/>
          <p:cNvSpPr txBox="1"/>
          <p:nvPr>
            <p:ph idx="3" type="body"/>
          </p:nvPr>
        </p:nvSpPr>
        <p:spPr>
          <a:xfrm>
            <a:off x="1917650" y="1841500"/>
            <a:ext cx="69069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8"/>
          <p:cNvSpPr txBox="1"/>
          <p:nvPr>
            <p:ph idx="4" type="body"/>
          </p:nvPr>
        </p:nvSpPr>
        <p:spPr>
          <a:xfrm>
            <a:off x="1917650" y="2664150"/>
            <a:ext cx="69069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8"/>
          <p:cNvSpPr txBox="1"/>
          <p:nvPr>
            <p:ph idx="5" type="body"/>
          </p:nvPr>
        </p:nvSpPr>
        <p:spPr>
          <a:xfrm>
            <a:off x="1917650" y="3483888"/>
            <a:ext cx="69069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8"/>
          <p:cNvSpPr txBox="1"/>
          <p:nvPr>
            <p:ph idx="6" type="body"/>
          </p:nvPr>
        </p:nvSpPr>
        <p:spPr>
          <a:xfrm>
            <a:off x="1917650" y="4304838"/>
            <a:ext cx="69069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7" type="subTitle"/>
          </p:nvPr>
        </p:nvSpPr>
        <p:spPr>
          <a:xfrm>
            <a:off x="1057550" y="187075"/>
            <a:ext cx="2893200" cy="3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>
            <a:off x="747600" y="0"/>
            <a:ext cx="83964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99" name="Google Shape;99;p9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100" name="Google Shape;100;p9"/>
          <p:cNvSpPr txBox="1"/>
          <p:nvPr>
            <p:ph idx="3" type="subTitle"/>
          </p:nvPr>
        </p:nvSpPr>
        <p:spPr>
          <a:xfrm>
            <a:off x="1057550" y="187075"/>
            <a:ext cx="28932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ic Objectives">
  <p:cSld name="CAPTION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/>
          <p:nvPr/>
        </p:nvSpPr>
        <p:spPr>
          <a:xfrm>
            <a:off x="747600" y="25"/>
            <a:ext cx="451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107" name="Google Shape;107;p10"/>
          <p:cNvSpPr txBox="1"/>
          <p:nvPr>
            <p:ph type="title"/>
          </p:nvPr>
        </p:nvSpPr>
        <p:spPr>
          <a:xfrm>
            <a:off x="1037175" y="504938"/>
            <a:ext cx="35937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08" name="Google Shape;108;p10"/>
          <p:cNvSpPr/>
          <p:nvPr/>
        </p:nvSpPr>
        <p:spPr>
          <a:xfrm>
            <a:off x="5263450" y="50"/>
            <a:ext cx="3883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9" name="Google Shape;109;p10"/>
          <p:cNvSpPr txBox="1"/>
          <p:nvPr>
            <p:ph idx="3" type="body"/>
          </p:nvPr>
        </p:nvSpPr>
        <p:spPr>
          <a:xfrm>
            <a:off x="5593450" y="145550"/>
            <a:ext cx="3223200" cy="48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110" name="Google Shape;110;p10"/>
          <p:cNvSpPr txBox="1"/>
          <p:nvPr>
            <p:ph idx="4" type="subTitle"/>
          </p:nvPr>
        </p:nvSpPr>
        <p:spPr>
          <a:xfrm>
            <a:off x="1057550" y="187075"/>
            <a:ext cx="28932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/>
          <p:nvPr/>
        </p:nvSpPr>
        <p:spPr>
          <a:xfrm>
            <a:off x="747600" y="0"/>
            <a:ext cx="8396400" cy="17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4" name="Google Shape;114;p11"/>
          <p:cNvSpPr txBox="1"/>
          <p:nvPr>
            <p:ph type="title"/>
          </p:nvPr>
        </p:nvSpPr>
        <p:spPr>
          <a:xfrm>
            <a:off x="747500" y="-10775"/>
            <a:ext cx="4358700" cy="14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15" name="Google Shape;115;p11"/>
          <p:cNvSpPr/>
          <p:nvPr/>
        </p:nvSpPr>
        <p:spPr>
          <a:xfrm>
            <a:off x="747600" y="1714500"/>
            <a:ext cx="4597800" cy="1714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rgbClr val="121212"/>
              </a:solidFill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747600" y="3429000"/>
            <a:ext cx="4597800" cy="171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17" name="Google Shape;117;p11"/>
          <p:cNvSpPr txBox="1"/>
          <p:nvPr>
            <p:ph idx="2" type="title"/>
          </p:nvPr>
        </p:nvSpPr>
        <p:spPr>
          <a:xfrm>
            <a:off x="747600" y="1714500"/>
            <a:ext cx="4597800" cy="15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title"/>
          </p:nvPr>
        </p:nvSpPr>
        <p:spPr>
          <a:xfrm>
            <a:off x="747600" y="3439475"/>
            <a:ext cx="4597800" cy="155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19" name="Google Shape;119;p11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1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4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122" name="Google Shape;122;p11"/>
          <p:cNvSpPr/>
          <p:nvPr/>
        </p:nvSpPr>
        <p:spPr>
          <a:xfrm>
            <a:off x="5345400" y="1714500"/>
            <a:ext cx="3798600" cy="342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3" name="Google Shape;123;p11"/>
          <p:cNvSpPr txBox="1"/>
          <p:nvPr>
            <p:ph idx="5" type="title"/>
          </p:nvPr>
        </p:nvSpPr>
        <p:spPr>
          <a:xfrm>
            <a:off x="5345425" y="1714500"/>
            <a:ext cx="3798600" cy="16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24" name="Google Shape;124;p11"/>
          <p:cNvSpPr txBox="1"/>
          <p:nvPr>
            <p:ph idx="6" type="subTitle"/>
          </p:nvPr>
        </p:nvSpPr>
        <p:spPr>
          <a:xfrm>
            <a:off x="743700" y="890725"/>
            <a:ext cx="4597800" cy="8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5" name="Google Shape;125;p11"/>
          <p:cNvSpPr txBox="1"/>
          <p:nvPr>
            <p:ph idx="7" type="subTitle"/>
          </p:nvPr>
        </p:nvSpPr>
        <p:spPr>
          <a:xfrm>
            <a:off x="747600" y="2605775"/>
            <a:ext cx="4597800" cy="8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 Medium"/>
              <a:buNone/>
              <a:defRPr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11"/>
          <p:cNvSpPr txBox="1"/>
          <p:nvPr>
            <p:ph idx="8" type="subTitle"/>
          </p:nvPr>
        </p:nvSpPr>
        <p:spPr>
          <a:xfrm>
            <a:off x="743700" y="4320825"/>
            <a:ext cx="4597800" cy="8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9" type="subTitle"/>
          </p:nvPr>
        </p:nvSpPr>
        <p:spPr>
          <a:xfrm>
            <a:off x="5341500" y="4320825"/>
            <a:ext cx="3802500" cy="83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chart">
  <p:cSld name="TITLE_18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/>
          <p:nvPr/>
        </p:nvSpPr>
        <p:spPr>
          <a:xfrm>
            <a:off x="747600" y="25"/>
            <a:ext cx="8396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3892827" y="739300"/>
            <a:ext cx="5105700" cy="66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2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134" name="Google Shape;134;p12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135" name="Google Shape;135;p12"/>
          <p:cNvSpPr txBox="1"/>
          <p:nvPr>
            <p:ph idx="3" type="subTitle"/>
          </p:nvPr>
        </p:nvSpPr>
        <p:spPr>
          <a:xfrm>
            <a:off x="1057550" y="187075"/>
            <a:ext cx="28932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136" name="Google Shape;136;p12"/>
          <p:cNvSpPr/>
          <p:nvPr/>
        </p:nvSpPr>
        <p:spPr>
          <a:xfrm>
            <a:off x="1057551" y="1400900"/>
            <a:ext cx="7940700" cy="35970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12121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37" name="Google Shape;137;p12"/>
          <p:cNvSpPr txBox="1"/>
          <p:nvPr>
            <p:ph type="title"/>
          </p:nvPr>
        </p:nvSpPr>
        <p:spPr>
          <a:xfrm>
            <a:off x="1167250" y="1400900"/>
            <a:ext cx="16386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8" name="Google Shape;138;p12"/>
          <p:cNvCxnSpPr/>
          <p:nvPr/>
        </p:nvCxnSpPr>
        <p:spPr>
          <a:xfrm>
            <a:off x="1057550" y="2600100"/>
            <a:ext cx="7940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2"/>
          <p:cNvCxnSpPr/>
          <p:nvPr/>
        </p:nvCxnSpPr>
        <p:spPr>
          <a:xfrm>
            <a:off x="1057550" y="3799000"/>
            <a:ext cx="7940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12"/>
          <p:cNvSpPr txBox="1"/>
          <p:nvPr>
            <p:ph idx="4" type="title"/>
          </p:nvPr>
        </p:nvSpPr>
        <p:spPr>
          <a:xfrm>
            <a:off x="1167250" y="2600100"/>
            <a:ext cx="16386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12"/>
          <p:cNvSpPr txBox="1"/>
          <p:nvPr>
            <p:ph idx="5" type="title"/>
          </p:nvPr>
        </p:nvSpPr>
        <p:spPr>
          <a:xfrm>
            <a:off x="1167250" y="3799000"/>
            <a:ext cx="16386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2"/>
          <p:cNvSpPr txBox="1"/>
          <p:nvPr>
            <p:ph idx="6" type="body"/>
          </p:nvPr>
        </p:nvSpPr>
        <p:spPr>
          <a:xfrm>
            <a:off x="3892825" y="1401350"/>
            <a:ext cx="19530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43" name="Google Shape;143;p12"/>
          <p:cNvSpPr txBox="1"/>
          <p:nvPr>
            <p:ph idx="7" type="body"/>
          </p:nvPr>
        </p:nvSpPr>
        <p:spPr>
          <a:xfrm>
            <a:off x="6655050" y="1401350"/>
            <a:ext cx="21975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44" name="Google Shape;144;p12"/>
          <p:cNvSpPr txBox="1"/>
          <p:nvPr>
            <p:ph idx="8" type="body"/>
          </p:nvPr>
        </p:nvSpPr>
        <p:spPr>
          <a:xfrm>
            <a:off x="3892825" y="2600000"/>
            <a:ext cx="19530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45" name="Google Shape;145;p12"/>
          <p:cNvSpPr txBox="1"/>
          <p:nvPr>
            <p:ph idx="9" type="body"/>
          </p:nvPr>
        </p:nvSpPr>
        <p:spPr>
          <a:xfrm>
            <a:off x="6655050" y="2600000"/>
            <a:ext cx="21975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46" name="Google Shape;146;p12"/>
          <p:cNvSpPr txBox="1"/>
          <p:nvPr>
            <p:ph idx="13" type="body"/>
          </p:nvPr>
        </p:nvSpPr>
        <p:spPr>
          <a:xfrm>
            <a:off x="3892825" y="3799200"/>
            <a:ext cx="19530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47" name="Google Shape;147;p12"/>
          <p:cNvSpPr txBox="1"/>
          <p:nvPr>
            <p:ph idx="14" type="body"/>
          </p:nvPr>
        </p:nvSpPr>
        <p:spPr>
          <a:xfrm>
            <a:off x="6655050" y="3799200"/>
            <a:ext cx="21975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●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○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Char char="■"/>
              <a:defRPr sz="8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48" name="Google Shape;148;p12"/>
          <p:cNvSpPr txBox="1"/>
          <p:nvPr>
            <p:ph idx="15" type="title"/>
          </p:nvPr>
        </p:nvSpPr>
        <p:spPr>
          <a:xfrm>
            <a:off x="3892825" y="749650"/>
            <a:ext cx="1953000" cy="5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2"/>
          <p:cNvSpPr txBox="1"/>
          <p:nvPr>
            <p:ph idx="16" type="title"/>
          </p:nvPr>
        </p:nvSpPr>
        <p:spPr>
          <a:xfrm>
            <a:off x="6655050" y="749650"/>
            <a:ext cx="1848000" cy="5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2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photo slide">
  <p:cSld name="TITLE_12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3" name="Google Shape;153;p13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154" name="Google Shape;154;p13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155" name="Google Shape;155;p13"/>
          <p:cNvSpPr/>
          <p:nvPr/>
        </p:nvSpPr>
        <p:spPr>
          <a:xfrm>
            <a:off x="747725" y="0"/>
            <a:ext cx="6563100" cy="147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2121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56" name="Google Shape;156;p13"/>
          <p:cNvSpPr/>
          <p:nvPr/>
        </p:nvSpPr>
        <p:spPr>
          <a:xfrm>
            <a:off x="747600" y="1477825"/>
            <a:ext cx="6563100" cy="366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00"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7310825" y="25"/>
            <a:ext cx="1833300" cy="147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00"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58" name="Google Shape;158;p13"/>
          <p:cNvSpPr/>
          <p:nvPr>
            <p:ph idx="3" type="pic"/>
          </p:nvPr>
        </p:nvSpPr>
        <p:spPr>
          <a:xfrm>
            <a:off x="7315700" y="1477825"/>
            <a:ext cx="1833300" cy="36657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13"/>
          <p:cNvSpPr txBox="1"/>
          <p:nvPr>
            <p:ph type="title"/>
          </p:nvPr>
        </p:nvSpPr>
        <p:spPr>
          <a:xfrm>
            <a:off x="905800" y="130725"/>
            <a:ext cx="6251700" cy="12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"/>
              <a:buNone/>
              <a:defRPr sz="6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/>
            </a:lvl9pPr>
          </a:lstStyle>
          <a:p/>
        </p:txBody>
      </p:sp>
      <p:sp>
        <p:nvSpPr>
          <p:cNvPr id="160" name="Google Shape;160;p13"/>
          <p:cNvSpPr txBox="1"/>
          <p:nvPr>
            <p:ph idx="4" type="body"/>
          </p:nvPr>
        </p:nvSpPr>
        <p:spPr>
          <a:xfrm>
            <a:off x="905800" y="1586250"/>
            <a:ext cx="6251700" cy="3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161" name="Google Shape;161;p13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">
  <p:cSld name="TITLE_14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165" name="Google Shape;165;p14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166" name="Google Shape;166;p14"/>
          <p:cNvSpPr/>
          <p:nvPr/>
        </p:nvSpPr>
        <p:spPr>
          <a:xfrm>
            <a:off x="747600" y="0"/>
            <a:ext cx="45123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7" name="Google Shape;167;p14"/>
          <p:cNvSpPr txBox="1"/>
          <p:nvPr>
            <p:ph type="title"/>
          </p:nvPr>
        </p:nvSpPr>
        <p:spPr>
          <a:xfrm>
            <a:off x="957900" y="3370175"/>
            <a:ext cx="40839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168" name="Google Shape;168;p14"/>
          <p:cNvSpPr txBox="1"/>
          <p:nvPr>
            <p:ph idx="3" type="subTitle"/>
          </p:nvPr>
        </p:nvSpPr>
        <p:spPr>
          <a:xfrm>
            <a:off x="957900" y="2912525"/>
            <a:ext cx="20451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9" name="Google Shape;169;p14"/>
          <p:cNvSpPr/>
          <p:nvPr/>
        </p:nvSpPr>
        <p:spPr>
          <a:xfrm>
            <a:off x="5259900" y="50"/>
            <a:ext cx="3884100" cy="1285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4"/>
          <p:cNvSpPr/>
          <p:nvPr/>
        </p:nvSpPr>
        <p:spPr>
          <a:xfrm>
            <a:off x="5259900" y="1285925"/>
            <a:ext cx="3884100" cy="12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5259900" y="2571800"/>
            <a:ext cx="3884100" cy="128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5263450" y="3857675"/>
            <a:ext cx="3884100" cy="128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73" name="Google Shape;173;p14"/>
          <p:cNvSpPr txBox="1"/>
          <p:nvPr>
            <p:ph idx="4" type="title"/>
          </p:nvPr>
        </p:nvSpPr>
        <p:spPr>
          <a:xfrm>
            <a:off x="5259900" y="-100"/>
            <a:ext cx="3876300" cy="1286100"/>
          </a:xfrm>
          <a:prstGeom prst="rect">
            <a:avLst/>
          </a:prstGeom>
          <a:solidFill>
            <a:schemeClr val="accent5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14"/>
          <p:cNvSpPr txBox="1"/>
          <p:nvPr>
            <p:ph idx="5" type="title"/>
          </p:nvPr>
        </p:nvSpPr>
        <p:spPr>
          <a:xfrm>
            <a:off x="5259850" y="1285775"/>
            <a:ext cx="38841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4"/>
          <p:cNvSpPr txBox="1"/>
          <p:nvPr>
            <p:ph idx="6" type="title"/>
          </p:nvPr>
        </p:nvSpPr>
        <p:spPr>
          <a:xfrm>
            <a:off x="5259900" y="2571800"/>
            <a:ext cx="35391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4"/>
          <p:cNvSpPr txBox="1"/>
          <p:nvPr>
            <p:ph idx="7" type="title"/>
          </p:nvPr>
        </p:nvSpPr>
        <p:spPr>
          <a:xfrm>
            <a:off x="5266966" y="3857975"/>
            <a:ext cx="3876300" cy="12861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4"/>
          <p:cNvSpPr txBox="1"/>
          <p:nvPr>
            <p:ph idx="8" type="body"/>
          </p:nvPr>
        </p:nvSpPr>
        <p:spPr>
          <a:xfrm>
            <a:off x="5263450" y="683550"/>
            <a:ext cx="38841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178" name="Google Shape;178;p14"/>
          <p:cNvSpPr txBox="1"/>
          <p:nvPr>
            <p:ph idx="9" type="body"/>
          </p:nvPr>
        </p:nvSpPr>
        <p:spPr>
          <a:xfrm>
            <a:off x="5263800" y="1969325"/>
            <a:ext cx="38841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179" name="Google Shape;179;p14"/>
          <p:cNvSpPr txBox="1"/>
          <p:nvPr>
            <p:ph idx="13" type="body"/>
          </p:nvPr>
        </p:nvSpPr>
        <p:spPr>
          <a:xfrm>
            <a:off x="5256000" y="3229925"/>
            <a:ext cx="38841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180" name="Google Shape;180;p14"/>
          <p:cNvSpPr txBox="1"/>
          <p:nvPr>
            <p:ph idx="14" type="body"/>
          </p:nvPr>
        </p:nvSpPr>
        <p:spPr>
          <a:xfrm>
            <a:off x="5263450" y="4541675"/>
            <a:ext cx="38841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181" name="Google Shape;181;p14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">
  <p:cSld name="TITLE_19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185" name="Google Shape;185;p15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186" name="Google Shape;186;p15"/>
          <p:cNvSpPr/>
          <p:nvPr/>
        </p:nvSpPr>
        <p:spPr>
          <a:xfrm>
            <a:off x="1983450" y="1918800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1983450" y="2563138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1983450" y="3207550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1983450" y="3851888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"/>
          <p:cNvSpPr/>
          <p:nvPr/>
        </p:nvSpPr>
        <p:spPr>
          <a:xfrm>
            <a:off x="1983450" y="4496300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" name="Google Shape;191;p15"/>
          <p:cNvCxnSpPr/>
          <p:nvPr/>
        </p:nvCxnSpPr>
        <p:spPr>
          <a:xfrm>
            <a:off x="743700" y="256320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15"/>
          <p:cNvCxnSpPr/>
          <p:nvPr/>
        </p:nvCxnSpPr>
        <p:spPr>
          <a:xfrm>
            <a:off x="743700" y="320755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15"/>
          <p:cNvCxnSpPr/>
          <p:nvPr/>
        </p:nvCxnSpPr>
        <p:spPr>
          <a:xfrm>
            <a:off x="743700" y="385195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15"/>
          <p:cNvCxnSpPr/>
          <p:nvPr/>
        </p:nvCxnSpPr>
        <p:spPr>
          <a:xfrm>
            <a:off x="743700" y="449050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15"/>
          <p:cNvSpPr txBox="1"/>
          <p:nvPr>
            <p:ph idx="3" type="subTitle"/>
          </p:nvPr>
        </p:nvSpPr>
        <p:spPr>
          <a:xfrm>
            <a:off x="2290275" y="191875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196" name="Google Shape;196;p15"/>
          <p:cNvSpPr txBox="1"/>
          <p:nvPr>
            <p:ph idx="4" type="subTitle"/>
          </p:nvPr>
        </p:nvSpPr>
        <p:spPr>
          <a:xfrm>
            <a:off x="2290275" y="256320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197" name="Google Shape;197;p15"/>
          <p:cNvSpPr txBox="1"/>
          <p:nvPr>
            <p:ph idx="5" type="subTitle"/>
          </p:nvPr>
        </p:nvSpPr>
        <p:spPr>
          <a:xfrm>
            <a:off x="2290275" y="320755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198" name="Google Shape;198;p15"/>
          <p:cNvSpPr txBox="1"/>
          <p:nvPr>
            <p:ph idx="6" type="subTitle"/>
          </p:nvPr>
        </p:nvSpPr>
        <p:spPr>
          <a:xfrm>
            <a:off x="2290275" y="385195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199" name="Google Shape;199;p15"/>
          <p:cNvSpPr txBox="1"/>
          <p:nvPr>
            <p:ph idx="7" type="subTitle"/>
          </p:nvPr>
        </p:nvSpPr>
        <p:spPr>
          <a:xfrm>
            <a:off x="2290275" y="449050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0" name="Google Shape;200;p15"/>
          <p:cNvSpPr txBox="1"/>
          <p:nvPr>
            <p:ph idx="8" type="subTitle"/>
          </p:nvPr>
        </p:nvSpPr>
        <p:spPr>
          <a:xfrm>
            <a:off x="7975750" y="1924600"/>
            <a:ext cx="11904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1" name="Google Shape;201;p15"/>
          <p:cNvSpPr txBox="1"/>
          <p:nvPr>
            <p:ph idx="9" type="subTitle"/>
          </p:nvPr>
        </p:nvSpPr>
        <p:spPr>
          <a:xfrm>
            <a:off x="7978093" y="2563100"/>
            <a:ext cx="11904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2" name="Google Shape;202;p15"/>
          <p:cNvSpPr txBox="1"/>
          <p:nvPr>
            <p:ph idx="13" type="subTitle"/>
          </p:nvPr>
        </p:nvSpPr>
        <p:spPr>
          <a:xfrm>
            <a:off x="7975750" y="3204650"/>
            <a:ext cx="11904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3" name="Google Shape;203;p15"/>
          <p:cNvSpPr txBox="1"/>
          <p:nvPr>
            <p:ph idx="14" type="subTitle"/>
          </p:nvPr>
        </p:nvSpPr>
        <p:spPr>
          <a:xfrm>
            <a:off x="7975750" y="3851900"/>
            <a:ext cx="11904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4" name="Google Shape;204;p15"/>
          <p:cNvSpPr txBox="1"/>
          <p:nvPr>
            <p:ph idx="15" type="subTitle"/>
          </p:nvPr>
        </p:nvSpPr>
        <p:spPr>
          <a:xfrm>
            <a:off x="7975750" y="4499150"/>
            <a:ext cx="11904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5" name="Google Shape;205;p15"/>
          <p:cNvSpPr txBox="1"/>
          <p:nvPr>
            <p:ph idx="16" type="subTitle"/>
          </p:nvPr>
        </p:nvSpPr>
        <p:spPr>
          <a:xfrm>
            <a:off x="747600" y="191877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6" name="Google Shape;206;p15"/>
          <p:cNvSpPr txBox="1"/>
          <p:nvPr>
            <p:ph idx="17" type="subTitle"/>
          </p:nvPr>
        </p:nvSpPr>
        <p:spPr>
          <a:xfrm>
            <a:off x="747600" y="256322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7" name="Google Shape;207;p15"/>
          <p:cNvSpPr txBox="1"/>
          <p:nvPr>
            <p:ph idx="18" type="subTitle"/>
          </p:nvPr>
        </p:nvSpPr>
        <p:spPr>
          <a:xfrm>
            <a:off x="747600" y="320757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8" name="Google Shape;208;p15"/>
          <p:cNvSpPr txBox="1"/>
          <p:nvPr>
            <p:ph idx="19" type="subTitle"/>
          </p:nvPr>
        </p:nvSpPr>
        <p:spPr>
          <a:xfrm>
            <a:off x="747600" y="385197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209" name="Google Shape;209;p15"/>
          <p:cNvSpPr txBox="1"/>
          <p:nvPr>
            <p:ph idx="20" type="subTitle"/>
          </p:nvPr>
        </p:nvSpPr>
        <p:spPr>
          <a:xfrm>
            <a:off x="747600" y="449052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cxnSp>
        <p:nvCxnSpPr>
          <p:cNvPr id="210" name="Google Shape;210;p15"/>
          <p:cNvCxnSpPr/>
          <p:nvPr/>
        </p:nvCxnSpPr>
        <p:spPr>
          <a:xfrm>
            <a:off x="743700" y="513490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15"/>
          <p:cNvSpPr txBox="1"/>
          <p:nvPr>
            <p:ph type="title"/>
          </p:nvPr>
        </p:nvSpPr>
        <p:spPr>
          <a:xfrm>
            <a:off x="938600" y="50"/>
            <a:ext cx="5001900" cy="191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12" name="Google Shape;212;p15"/>
          <p:cNvCxnSpPr/>
          <p:nvPr/>
        </p:nvCxnSpPr>
        <p:spPr>
          <a:xfrm>
            <a:off x="743700" y="1919475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15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Specific Priorities">
  <p:cSld name="CUSTOM_1"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217" name="Google Shape;217;p16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218" name="Google Shape;218;p16"/>
          <p:cNvSpPr/>
          <p:nvPr/>
        </p:nvSpPr>
        <p:spPr>
          <a:xfrm>
            <a:off x="743700" y="3017138"/>
            <a:ext cx="4202700" cy="2126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"/>
          <p:cNvSpPr/>
          <p:nvPr/>
        </p:nvSpPr>
        <p:spPr>
          <a:xfrm>
            <a:off x="4941425" y="3017138"/>
            <a:ext cx="4202700" cy="2126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743700" y="890725"/>
            <a:ext cx="4202700" cy="2126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6"/>
          <p:cNvSpPr/>
          <p:nvPr/>
        </p:nvSpPr>
        <p:spPr>
          <a:xfrm>
            <a:off x="4941425" y="890725"/>
            <a:ext cx="4202700" cy="212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2" name="Google Shape;222;p16"/>
          <p:cNvSpPr txBox="1"/>
          <p:nvPr>
            <p:ph type="title"/>
          </p:nvPr>
        </p:nvSpPr>
        <p:spPr>
          <a:xfrm>
            <a:off x="5061113" y="995275"/>
            <a:ext cx="38763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3" name="Google Shape;223;p16"/>
          <p:cNvSpPr txBox="1"/>
          <p:nvPr>
            <p:ph idx="3" type="body"/>
          </p:nvPr>
        </p:nvSpPr>
        <p:spPr>
          <a:xfrm>
            <a:off x="5057363" y="1653400"/>
            <a:ext cx="3970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224" name="Google Shape;224;p16"/>
          <p:cNvCxnSpPr/>
          <p:nvPr/>
        </p:nvCxnSpPr>
        <p:spPr>
          <a:xfrm>
            <a:off x="4946400" y="-10950"/>
            <a:ext cx="0" cy="5154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6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16"/>
          <p:cNvSpPr txBox="1"/>
          <p:nvPr>
            <p:ph idx="4" type="title"/>
          </p:nvPr>
        </p:nvSpPr>
        <p:spPr>
          <a:xfrm>
            <a:off x="860913" y="995275"/>
            <a:ext cx="38763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7" name="Google Shape;227;p16"/>
          <p:cNvSpPr txBox="1"/>
          <p:nvPr>
            <p:ph idx="5" type="body"/>
          </p:nvPr>
        </p:nvSpPr>
        <p:spPr>
          <a:xfrm>
            <a:off x="857163" y="1653400"/>
            <a:ext cx="3970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228" name="Google Shape;228;p16"/>
          <p:cNvSpPr txBox="1"/>
          <p:nvPr>
            <p:ph idx="6" type="title"/>
          </p:nvPr>
        </p:nvSpPr>
        <p:spPr>
          <a:xfrm>
            <a:off x="860900" y="3151200"/>
            <a:ext cx="38763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16"/>
          <p:cNvSpPr txBox="1"/>
          <p:nvPr>
            <p:ph idx="7" type="body"/>
          </p:nvPr>
        </p:nvSpPr>
        <p:spPr>
          <a:xfrm>
            <a:off x="857150" y="3809325"/>
            <a:ext cx="3970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230" name="Google Shape;230;p16"/>
          <p:cNvSpPr txBox="1"/>
          <p:nvPr>
            <p:ph idx="8" type="title"/>
          </p:nvPr>
        </p:nvSpPr>
        <p:spPr>
          <a:xfrm>
            <a:off x="5061113" y="3151200"/>
            <a:ext cx="3876300" cy="12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16"/>
          <p:cNvSpPr txBox="1"/>
          <p:nvPr>
            <p:ph idx="9" type="body"/>
          </p:nvPr>
        </p:nvSpPr>
        <p:spPr>
          <a:xfrm>
            <a:off x="5057363" y="3809325"/>
            <a:ext cx="39708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232" name="Google Shape;232;p16"/>
          <p:cNvSpPr txBox="1"/>
          <p:nvPr>
            <p:ph idx="13" type="subTitle"/>
          </p:nvPr>
        </p:nvSpPr>
        <p:spPr>
          <a:xfrm>
            <a:off x="747600" y="50"/>
            <a:ext cx="4186200" cy="8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3" name="Google Shape;233;p16"/>
          <p:cNvSpPr txBox="1"/>
          <p:nvPr>
            <p:ph idx="14" type="subTitle"/>
          </p:nvPr>
        </p:nvSpPr>
        <p:spPr>
          <a:xfrm>
            <a:off x="4957925" y="1350"/>
            <a:ext cx="4186200" cy="8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p/Roadmap">
  <p:cSld name="CUSTOM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7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237" name="Google Shape;237;p17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238" name="Google Shape;238;p17"/>
          <p:cNvSpPr/>
          <p:nvPr/>
        </p:nvSpPr>
        <p:spPr>
          <a:xfrm>
            <a:off x="747600" y="25"/>
            <a:ext cx="8396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21212"/>
              </a:solidFill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1441200" y="2646083"/>
            <a:ext cx="1888200" cy="1199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6562425" y="2646083"/>
            <a:ext cx="1888200" cy="1199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1" name="Google Shape;241;p17"/>
          <p:cNvCxnSpPr/>
          <p:nvPr/>
        </p:nvCxnSpPr>
        <p:spPr>
          <a:xfrm>
            <a:off x="3329400" y="3245608"/>
            <a:ext cx="323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17"/>
          <p:cNvCxnSpPr>
            <a:endCxn id="243" idx="0"/>
          </p:cNvCxnSpPr>
          <p:nvPr/>
        </p:nvCxnSpPr>
        <p:spPr>
          <a:xfrm>
            <a:off x="4945950" y="3246950"/>
            <a:ext cx="0" cy="788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17"/>
          <p:cNvSpPr/>
          <p:nvPr/>
        </p:nvSpPr>
        <p:spPr>
          <a:xfrm>
            <a:off x="3967650" y="2117100"/>
            <a:ext cx="1956600" cy="33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3967650" y="4035350"/>
            <a:ext cx="1956600" cy="33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  <p:cxnSp>
        <p:nvCxnSpPr>
          <p:cNvPr id="245" name="Google Shape;245;p17"/>
          <p:cNvCxnSpPr>
            <a:stCxn id="244" idx="1"/>
          </p:cNvCxnSpPr>
          <p:nvPr/>
        </p:nvCxnSpPr>
        <p:spPr>
          <a:xfrm flipH="1">
            <a:off x="2390250" y="2286450"/>
            <a:ext cx="1577400" cy="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17"/>
          <p:cNvCxnSpPr/>
          <p:nvPr/>
        </p:nvCxnSpPr>
        <p:spPr>
          <a:xfrm rot="10800000">
            <a:off x="5924300" y="2286450"/>
            <a:ext cx="157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17"/>
          <p:cNvCxnSpPr/>
          <p:nvPr/>
        </p:nvCxnSpPr>
        <p:spPr>
          <a:xfrm>
            <a:off x="2385375" y="2282525"/>
            <a:ext cx="0" cy="36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17"/>
          <p:cNvCxnSpPr/>
          <p:nvPr/>
        </p:nvCxnSpPr>
        <p:spPr>
          <a:xfrm>
            <a:off x="7506525" y="2282525"/>
            <a:ext cx="0" cy="363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17"/>
          <p:cNvSpPr/>
          <p:nvPr/>
        </p:nvSpPr>
        <p:spPr>
          <a:xfrm>
            <a:off x="4906777" y="3206438"/>
            <a:ext cx="78300" cy="78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7"/>
          <p:cNvSpPr/>
          <p:nvPr/>
        </p:nvSpPr>
        <p:spPr>
          <a:xfrm>
            <a:off x="747600" y="50"/>
            <a:ext cx="8396700" cy="1819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"/>
          <p:cNvSpPr txBox="1"/>
          <p:nvPr>
            <p:ph type="title"/>
          </p:nvPr>
        </p:nvSpPr>
        <p:spPr>
          <a:xfrm>
            <a:off x="1037175" y="504938"/>
            <a:ext cx="35937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52" name="Google Shape;252;p17"/>
          <p:cNvSpPr txBox="1"/>
          <p:nvPr>
            <p:ph idx="3" type="body"/>
          </p:nvPr>
        </p:nvSpPr>
        <p:spPr>
          <a:xfrm>
            <a:off x="1441193" y="3845125"/>
            <a:ext cx="18882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/>
        </p:txBody>
      </p:sp>
      <p:sp>
        <p:nvSpPr>
          <p:cNvPr id="253" name="Google Shape;253;p17"/>
          <p:cNvSpPr txBox="1"/>
          <p:nvPr>
            <p:ph idx="4" type="body"/>
          </p:nvPr>
        </p:nvSpPr>
        <p:spPr>
          <a:xfrm>
            <a:off x="6562493" y="3845125"/>
            <a:ext cx="18882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/>
        </p:txBody>
      </p:sp>
      <p:sp>
        <p:nvSpPr>
          <p:cNvPr id="254" name="Google Shape;254;p17"/>
          <p:cNvSpPr txBox="1"/>
          <p:nvPr>
            <p:ph idx="5" type="body"/>
          </p:nvPr>
        </p:nvSpPr>
        <p:spPr>
          <a:xfrm>
            <a:off x="4001850" y="4374050"/>
            <a:ext cx="18882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/>
        </p:txBody>
      </p:sp>
      <p:sp>
        <p:nvSpPr>
          <p:cNvPr id="255" name="Google Shape;255;p17"/>
          <p:cNvSpPr txBox="1"/>
          <p:nvPr>
            <p:ph idx="6" type="title"/>
          </p:nvPr>
        </p:nvSpPr>
        <p:spPr>
          <a:xfrm>
            <a:off x="1441225" y="2783925"/>
            <a:ext cx="1888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6" name="Google Shape;256;p17"/>
          <p:cNvSpPr txBox="1"/>
          <p:nvPr>
            <p:ph idx="7" type="title"/>
          </p:nvPr>
        </p:nvSpPr>
        <p:spPr>
          <a:xfrm>
            <a:off x="6562425" y="2783925"/>
            <a:ext cx="1888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17"/>
          <p:cNvSpPr txBox="1"/>
          <p:nvPr>
            <p:ph idx="8" type="subTitle"/>
          </p:nvPr>
        </p:nvSpPr>
        <p:spPr>
          <a:xfrm>
            <a:off x="1057550" y="187075"/>
            <a:ext cx="28932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8" name="Google Shape;258;p17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17"/>
          <p:cNvSpPr txBox="1"/>
          <p:nvPr>
            <p:ph idx="9" type="subTitle"/>
          </p:nvPr>
        </p:nvSpPr>
        <p:spPr>
          <a:xfrm>
            <a:off x="3979750" y="2131325"/>
            <a:ext cx="1956600" cy="3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17"/>
          <p:cNvSpPr txBox="1"/>
          <p:nvPr>
            <p:ph idx="13" type="subTitle"/>
          </p:nvPr>
        </p:nvSpPr>
        <p:spPr>
          <a:xfrm>
            <a:off x="3967650" y="4042400"/>
            <a:ext cx="1956600" cy="3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wners — 3 Images">
  <p:cSld name="CUSTOM_2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21212"/>
              </a:solidFill>
            </a:endParaRPr>
          </a:p>
        </p:txBody>
      </p:sp>
      <p:sp>
        <p:nvSpPr>
          <p:cNvPr id="263" name="Google Shape;263;p18"/>
          <p:cNvSpPr txBox="1"/>
          <p:nvPr>
            <p:ph type="title"/>
          </p:nvPr>
        </p:nvSpPr>
        <p:spPr>
          <a:xfrm>
            <a:off x="957900" y="3370175"/>
            <a:ext cx="40839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wners — 2 Images">
  <p:cSld name="CUSTOM_2_1_1">
    <p:bg>
      <p:bgPr>
        <a:solidFill>
          <a:schemeClr val="accent3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9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267" name="Google Shape;267;p19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268" name="Google Shape;268;p19"/>
          <p:cNvSpPr/>
          <p:nvPr/>
        </p:nvSpPr>
        <p:spPr>
          <a:xfrm>
            <a:off x="5270900" y="4663450"/>
            <a:ext cx="3884100" cy="48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9" name="Google Shape;269;p19"/>
          <p:cNvSpPr txBox="1"/>
          <p:nvPr>
            <p:ph type="title"/>
          </p:nvPr>
        </p:nvSpPr>
        <p:spPr>
          <a:xfrm>
            <a:off x="957900" y="3370175"/>
            <a:ext cx="40839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70" name="Google Shape;270;p19"/>
          <p:cNvSpPr txBox="1"/>
          <p:nvPr>
            <p:ph idx="3" type="subTitle"/>
          </p:nvPr>
        </p:nvSpPr>
        <p:spPr>
          <a:xfrm>
            <a:off x="957900" y="2912525"/>
            <a:ext cx="20451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1" name="Google Shape;271;p19"/>
          <p:cNvSpPr/>
          <p:nvPr>
            <p:ph idx="4" type="pic"/>
          </p:nvPr>
        </p:nvSpPr>
        <p:spPr>
          <a:xfrm>
            <a:off x="5270875" y="50"/>
            <a:ext cx="3873000" cy="2112300"/>
          </a:xfrm>
          <a:prstGeom prst="rect">
            <a:avLst/>
          </a:prstGeom>
          <a:noFill/>
          <a:ln>
            <a:noFill/>
          </a:ln>
        </p:spPr>
      </p:sp>
      <p:sp>
        <p:nvSpPr>
          <p:cNvPr id="272" name="Google Shape;272;p19"/>
          <p:cNvSpPr/>
          <p:nvPr>
            <p:ph idx="5" type="pic"/>
          </p:nvPr>
        </p:nvSpPr>
        <p:spPr>
          <a:xfrm>
            <a:off x="5270900" y="2571950"/>
            <a:ext cx="3884100" cy="20916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19"/>
          <p:cNvSpPr txBox="1"/>
          <p:nvPr>
            <p:ph idx="6" type="subTitle"/>
          </p:nvPr>
        </p:nvSpPr>
        <p:spPr>
          <a:xfrm>
            <a:off x="5345450" y="4745000"/>
            <a:ext cx="36531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274" name="Google Shape;274;p19"/>
          <p:cNvSpPr/>
          <p:nvPr/>
        </p:nvSpPr>
        <p:spPr>
          <a:xfrm>
            <a:off x="5270900" y="2091625"/>
            <a:ext cx="3873000" cy="48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5" name="Google Shape;275;p19"/>
          <p:cNvSpPr txBox="1"/>
          <p:nvPr>
            <p:ph idx="7" type="subTitle"/>
          </p:nvPr>
        </p:nvSpPr>
        <p:spPr>
          <a:xfrm>
            <a:off x="5345450" y="2173100"/>
            <a:ext cx="3653100" cy="3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276" name="Google Shape;276;p19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Timeline">
  <p:cSld name="CUSTOM_2_1_1_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"/>
          <p:cNvSpPr txBox="1"/>
          <p:nvPr>
            <p:ph type="title"/>
          </p:nvPr>
        </p:nvSpPr>
        <p:spPr>
          <a:xfrm>
            <a:off x="880700" y="327200"/>
            <a:ext cx="1799400" cy="8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79" name="Google Shape;279;p20"/>
          <p:cNvSpPr txBox="1"/>
          <p:nvPr>
            <p:ph idx="2" type="title"/>
          </p:nvPr>
        </p:nvSpPr>
        <p:spPr>
          <a:xfrm>
            <a:off x="2813200" y="327200"/>
            <a:ext cx="1799400" cy="8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80" name="Google Shape;280;p20"/>
          <p:cNvSpPr txBox="1"/>
          <p:nvPr>
            <p:ph idx="3" type="title"/>
          </p:nvPr>
        </p:nvSpPr>
        <p:spPr>
          <a:xfrm>
            <a:off x="4745700" y="327200"/>
            <a:ext cx="1799400" cy="8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81" name="Google Shape;281;p20"/>
          <p:cNvSpPr txBox="1"/>
          <p:nvPr>
            <p:ph idx="4" type="title"/>
          </p:nvPr>
        </p:nvSpPr>
        <p:spPr>
          <a:xfrm>
            <a:off x="6678200" y="327200"/>
            <a:ext cx="1799400" cy="8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Work Sans Medium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 Medium"/>
              <a:buNone/>
              <a:defRPr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282" name="Google Shape;282;p20"/>
          <p:cNvSpPr txBox="1"/>
          <p:nvPr>
            <p:ph idx="1" type="subTitle"/>
          </p:nvPr>
        </p:nvSpPr>
        <p:spPr>
          <a:xfrm>
            <a:off x="957900" y="145525"/>
            <a:ext cx="25347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283" name="Google Shape;283;p20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0"/>
          <p:cNvSpPr txBox="1"/>
          <p:nvPr>
            <p:ph idx="5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285" name="Google Shape;285;p20"/>
          <p:cNvSpPr txBox="1"/>
          <p:nvPr>
            <p:ph idx="6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286" name="Google Shape;286;p20"/>
          <p:cNvSpPr/>
          <p:nvPr/>
        </p:nvSpPr>
        <p:spPr>
          <a:xfrm>
            <a:off x="1003250" y="1399650"/>
            <a:ext cx="1634400" cy="33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2921858" y="1399650"/>
            <a:ext cx="1634400" cy="33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88" name="Google Shape;288;p20"/>
          <p:cNvSpPr/>
          <p:nvPr/>
        </p:nvSpPr>
        <p:spPr>
          <a:xfrm>
            <a:off x="4840467" y="1399650"/>
            <a:ext cx="1634400" cy="338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89" name="Google Shape;289;p20"/>
          <p:cNvSpPr/>
          <p:nvPr/>
        </p:nvSpPr>
        <p:spPr>
          <a:xfrm>
            <a:off x="6759075" y="1399650"/>
            <a:ext cx="1634400" cy="33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90" name="Google Shape;290;p20"/>
          <p:cNvSpPr txBox="1"/>
          <p:nvPr>
            <p:ph idx="7" type="subTitle"/>
          </p:nvPr>
        </p:nvSpPr>
        <p:spPr>
          <a:xfrm>
            <a:off x="1000275" y="1410300"/>
            <a:ext cx="1634400" cy="317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91" name="Google Shape;291;p20"/>
          <p:cNvSpPr txBox="1"/>
          <p:nvPr>
            <p:ph idx="8" type="subTitle"/>
          </p:nvPr>
        </p:nvSpPr>
        <p:spPr>
          <a:xfrm>
            <a:off x="2921875" y="1410300"/>
            <a:ext cx="1634400" cy="317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2" name="Google Shape;292;p20"/>
          <p:cNvSpPr txBox="1"/>
          <p:nvPr>
            <p:ph idx="9" type="subTitle"/>
          </p:nvPr>
        </p:nvSpPr>
        <p:spPr>
          <a:xfrm>
            <a:off x="4840475" y="1410300"/>
            <a:ext cx="16344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20"/>
          <p:cNvSpPr txBox="1"/>
          <p:nvPr>
            <p:ph idx="13" type="subTitle"/>
          </p:nvPr>
        </p:nvSpPr>
        <p:spPr>
          <a:xfrm>
            <a:off x="6759075" y="1410300"/>
            <a:ext cx="16344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Work Sans Medium"/>
              <a:buNone/>
              <a:defRPr sz="1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94" name="Google Shape;294;p20"/>
          <p:cNvSpPr txBox="1"/>
          <p:nvPr>
            <p:ph idx="14" type="body"/>
          </p:nvPr>
        </p:nvSpPr>
        <p:spPr>
          <a:xfrm>
            <a:off x="942043" y="1811100"/>
            <a:ext cx="16767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295" name="Google Shape;295;p20"/>
          <p:cNvSpPr txBox="1"/>
          <p:nvPr>
            <p:ph idx="15" type="body"/>
          </p:nvPr>
        </p:nvSpPr>
        <p:spPr>
          <a:xfrm>
            <a:off x="2874543" y="1811100"/>
            <a:ext cx="16767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296" name="Google Shape;296;p20"/>
          <p:cNvSpPr txBox="1"/>
          <p:nvPr>
            <p:ph idx="16" type="body"/>
          </p:nvPr>
        </p:nvSpPr>
        <p:spPr>
          <a:xfrm>
            <a:off x="4819318" y="1811100"/>
            <a:ext cx="16767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297" name="Google Shape;297;p20"/>
          <p:cNvSpPr txBox="1"/>
          <p:nvPr>
            <p:ph idx="17" type="body"/>
          </p:nvPr>
        </p:nvSpPr>
        <p:spPr>
          <a:xfrm>
            <a:off x="6764093" y="1811100"/>
            <a:ext cx="16767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Work Sans"/>
              <a:buChar char="■"/>
              <a:defRPr/>
            </a:lvl9pPr>
          </a:lstStyle>
          <a:p/>
        </p:txBody>
      </p:sp>
      <p:sp>
        <p:nvSpPr>
          <p:cNvPr id="298" name="Google Shape;298;p20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dget">
  <p:cSld name="CUSTOM_5">
    <p:bg>
      <p:bgPr>
        <a:solidFill>
          <a:schemeClr val="accent3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"/>
          <p:cNvSpPr txBox="1"/>
          <p:nvPr>
            <p:ph type="title"/>
          </p:nvPr>
        </p:nvSpPr>
        <p:spPr>
          <a:xfrm>
            <a:off x="938600" y="462925"/>
            <a:ext cx="4660800" cy="8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21"/>
          <p:cNvSpPr txBox="1"/>
          <p:nvPr>
            <p:ph idx="1" type="body"/>
          </p:nvPr>
        </p:nvSpPr>
        <p:spPr>
          <a:xfrm>
            <a:off x="938604" y="1328775"/>
            <a:ext cx="2902200" cy="6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●"/>
              <a:defRPr sz="1000"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■"/>
              <a:defRPr sz="1000"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●"/>
              <a:defRPr sz="1000"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○"/>
              <a:defRPr sz="1000"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■"/>
              <a:defRPr sz="1000"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●"/>
              <a:defRPr sz="1000"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○"/>
              <a:defRPr sz="1000"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"/>
              <a:buChar char="■"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2" name="Google Shape;302;p21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1"/>
          <p:cNvSpPr txBox="1"/>
          <p:nvPr>
            <p:ph idx="2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304" name="Google Shape;304;p21"/>
          <p:cNvSpPr txBox="1"/>
          <p:nvPr>
            <p:ph idx="3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cxnSp>
        <p:nvCxnSpPr>
          <p:cNvPr id="305" name="Google Shape;305;p21"/>
          <p:cNvCxnSpPr/>
          <p:nvPr/>
        </p:nvCxnSpPr>
        <p:spPr>
          <a:xfrm>
            <a:off x="4021350" y="2826475"/>
            <a:ext cx="512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21"/>
          <p:cNvCxnSpPr/>
          <p:nvPr/>
        </p:nvCxnSpPr>
        <p:spPr>
          <a:xfrm>
            <a:off x="4021350" y="3483325"/>
            <a:ext cx="512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21"/>
          <p:cNvCxnSpPr/>
          <p:nvPr/>
        </p:nvCxnSpPr>
        <p:spPr>
          <a:xfrm>
            <a:off x="4021350" y="4143650"/>
            <a:ext cx="512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1"/>
          <p:cNvSpPr txBox="1"/>
          <p:nvPr>
            <p:ph idx="4" type="subTitle"/>
          </p:nvPr>
        </p:nvSpPr>
        <p:spPr>
          <a:xfrm>
            <a:off x="4038600" y="2273300"/>
            <a:ext cx="37683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" name="Google Shape;309;p21"/>
          <p:cNvSpPr txBox="1"/>
          <p:nvPr>
            <p:ph idx="5" type="subTitle"/>
          </p:nvPr>
        </p:nvSpPr>
        <p:spPr>
          <a:xfrm>
            <a:off x="4038600" y="2942800"/>
            <a:ext cx="37683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1"/>
          <p:cNvSpPr txBox="1"/>
          <p:nvPr>
            <p:ph idx="6" type="subTitle"/>
          </p:nvPr>
        </p:nvSpPr>
        <p:spPr>
          <a:xfrm>
            <a:off x="4038600" y="3601388"/>
            <a:ext cx="37683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1"/>
          <p:cNvSpPr txBox="1"/>
          <p:nvPr>
            <p:ph idx="7" type="subTitle"/>
          </p:nvPr>
        </p:nvSpPr>
        <p:spPr>
          <a:xfrm>
            <a:off x="4038600" y="4261688"/>
            <a:ext cx="3768300" cy="4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1"/>
          <p:cNvSpPr txBox="1"/>
          <p:nvPr>
            <p:ph idx="8" type="subTitle"/>
          </p:nvPr>
        </p:nvSpPr>
        <p:spPr>
          <a:xfrm>
            <a:off x="1057550" y="187075"/>
            <a:ext cx="2893200" cy="66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Work Sans Medium"/>
              <a:buNone/>
              <a:defRPr sz="1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1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_4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2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317" name="Google Shape;317;p22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318" name="Google Shape;318;p22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e Chart">
  <p:cSld name="CUSTOM_6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3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322" name="Google Shape;322;p23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323" name="Google Shape;323;p23"/>
          <p:cNvSpPr txBox="1"/>
          <p:nvPr>
            <p:ph type="title"/>
          </p:nvPr>
        </p:nvSpPr>
        <p:spPr>
          <a:xfrm>
            <a:off x="1037175" y="145525"/>
            <a:ext cx="3852900" cy="15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 sz="12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24" name="Google Shape;324;p23"/>
          <p:cNvSpPr/>
          <p:nvPr/>
        </p:nvSpPr>
        <p:spPr>
          <a:xfrm>
            <a:off x="5225650" y="0"/>
            <a:ext cx="3918600" cy="197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3"/>
          <p:cNvSpPr txBox="1"/>
          <p:nvPr>
            <p:ph idx="3" type="title"/>
          </p:nvPr>
        </p:nvSpPr>
        <p:spPr>
          <a:xfrm>
            <a:off x="5225650" y="50"/>
            <a:ext cx="3918600" cy="17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26" name="Google Shape;326;p23"/>
          <p:cNvSpPr/>
          <p:nvPr/>
        </p:nvSpPr>
        <p:spPr>
          <a:xfrm>
            <a:off x="5225650" y="1971000"/>
            <a:ext cx="3918600" cy="3172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21212"/>
              </a:solidFill>
            </a:endParaRPr>
          </a:p>
        </p:txBody>
      </p:sp>
      <p:sp>
        <p:nvSpPr>
          <p:cNvPr id="327" name="Google Shape;327;p23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CUSTOM_7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4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4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331" name="Google Shape;331;p24"/>
          <p:cNvSpPr txBox="1"/>
          <p:nvPr>
            <p:ph idx="2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332" name="Google Shape;332;p24"/>
          <p:cNvSpPr/>
          <p:nvPr/>
        </p:nvSpPr>
        <p:spPr>
          <a:xfrm>
            <a:off x="1983450" y="1918800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4"/>
          <p:cNvSpPr/>
          <p:nvPr/>
        </p:nvSpPr>
        <p:spPr>
          <a:xfrm>
            <a:off x="1983450" y="2563138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4"/>
          <p:cNvSpPr/>
          <p:nvPr/>
        </p:nvSpPr>
        <p:spPr>
          <a:xfrm>
            <a:off x="1983450" y="3207550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4"/>
          <p:cNvSpPr/>
          <p:nvPr/>
        </p:nvSpPr>
        <p:spPr>
          <a:xfrm>
            <a:off x="1983450" y="3851888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4"/>
          <p:cNvSpPr/>
          <p:nvPr/>
        </p:nvSpPr>
        <p:spPr>
          <a:xfrm>
            <a:off x="1983450" y="4496300"/>
            <a:ext cx="7160400" cy="64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7" name="Google Shape;337;p24"/>
          <p:cNvCxnSpPr/>
          <p:nvPr/>
        </p:nvCxnSpPr>
        <p:spPr>
          <a:xfrm>
            <a:off x="743700" y="256320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24"/>
          <p:cNvCxnSpPr/>
          <p:nvPr/>
        </p:nvCxnSpPr>
        <p:spPr>
          <a:xfrm>
            <a:off x="743700" y="320755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24"/>
          <p:cNvCxnSpPr/>
          <p:nvPr/>
        </p:nvCxnSpPr>
        <p:spPr>
          <a:xfrm>
            <a:off x="743700" y="385195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24"/>
          <p:cNvCxnSpPr/>
          <p:nvPr/>
        </p:nvCxnSpPr>
        <p:spPr>
          <a:xfrm>
            <a:off x="743700" y="449050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24"/>
          <p:cNvSpPr txBox="1"/>
          <p:nvPr>
            <p:ph idx="3" type="subTitle"/>
          </p:nvPr>
        </p:nvSpPr>
        <p:spPr>
          <a:xfrm>
            <a:off x="2290275" y="191875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342" name="Google Shape;342;p24"/>
          <p:cNvSpPr txBox="1"/>
          <p:nvPr>
            <p:ph idx="4" type="subTitle"/>
          </p:nvPr>
        </p:nvSpPr>
        <p:spPr>
          <a:xfrm>
            <a:off x="2290275" y="256320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343" name="Google Shape;343;p24"/>
          <p:cNvSpPr txBox="1"/>
          <p:nvPr>
            <p:ph idx="5" type="subTitle"/>
          </p:nvPr>
        </p:nvSpPr>
        <p:spPr>
          <a:xfrm>
            <a:off x="2290275" y="320755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344" name="Google Shape;344;p24"/>
          <p:cNvSpPr txBox="1"/>
          <p:nvPr>
            <p:ph idx="6" type="subTitle"/>
          </p:nvPr>
        </p:nvSpPr>
        <p:spPr>
          <a:xfrm>
            <a:off x="2290275" y="385195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345" name="Google Shape;345;p24"/>
          <p:cNvSpPr txBox="1"/>
          <p:nvPr>
            <p:ph idx="7" type="subTitle"/>
          </p:nvPr>
        </p:nvSpPr>
        <p:spPr>
          <a:xfrm>
            <a:off x="2290275" y="4490500"/>
            <a:ext cx="3349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346" name="Google Shape;346;p24"/>
          <p:cNvSpPr txBox="1"/>
          <p:nvPr>
            <p:ph idx="8" type="subTitle"/>
          </p:nvPr>
        </p:nvSpPr>
        <p:spPr>
          <a:xfrm>
            <a:off x="747600" y="191877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347" name="Google Shape;347;p24"/>
          <p:cNvSpPr txBox="1"/>
          <p:nvPr>
            <p:ph idx="9" type="subTitle"/>
          </p:nvPr>
        </p:nvSpPr>
        <p:spPr>
          <a:xfrm>
            <a:off x="747600" y="256322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348" name="Google Shape;348;p24"/>
          <p:cNvSpPr txBox="1"/>
          <p:nvPr>
            <p:ph idx="13" type="subTitle"/>
          </p:nvPr>
        </p:nvSpPr>
        <p:spPr>
          <a:xfrm>
            <a:off x="747600" y="320757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349" name="Google Shape;349;p24"/>
          <p:cNvSpPr txBox="1"/>
          <p:nvPr>
            <p:ph idx="14" type="subTitle"/>
          </p:nvPr>
        </p:nvSpPr>
        <p:spPr>
          <a:xfrm>
            <a:off x="747600" y="385197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sp>
        <p:nvSpPr>
          <p:cNvPr id="350" name="Google Shape;350;p24"/>
          <p:cNvSpPr txBox="1"/>
          <p:nvPr>
            <p:ph idx="15" type="subTitle"/>
          </p:nvPr>
        </p:nvSpPr>
        <p:spPr>
          <a:xfrm>
            <a:off x="747600" y="449052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"/>
              <a:buNone/>
              <a:defRPr sz="2400"/>
            </a:lvl9pPr>
          </a:lstStyle>
          <a:p/>
        </p:txBody>
      </p:sp>
      <p:cxnSp>
        <p:nvCxnSpPr>
          <p:cNvPr id="351" name="Google Shape;351;p24"/>
          <p:cNvCxnSpPr/>
          <p:nvPr/>
        </p:nvCxnSpPr>
        <p:spPr>
          <a:xfrm>
            <a:off x="743700" y="5134900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24"/>
          <p:cNvCxnSpPr/>
          <p:nvPr/>
        </p:nvCxnSpPr>
        <p:spPr>
          <a:xfrm>
            <a:off x="743700" y="1919475"/>
            <a:ext cx="8400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" name="Google Shape;353;p24"/>
          <p:cNvSpPr txBox="1"/>
          <p:nvPr>
            <p:ph type="title"/>
          </p:nvPr>
        </p:nvSpPr>
        <p:spPr>
          <a:xfrm>
            <a:off x="938600" y="50"/>
            <a:ext cx="5001900" cy="191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24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STEL">
  <p:cSld name="CUSTOM_8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5"/>
          <p:cNvSpPr/>
          <p:nvPr/>
        </p:nvSpPr>
        <p:spPr>
          <a:xfrm>
            <a:off x="747600" y="0"/>
            <a:ext cx="8403000" cy="1918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5"/>
          <p:cNvSpPr txBox="1"/>
          <p:nvPr>
            <p:ph type="title"/>
          </p:nvPr>
        </p:nvSpPr>
        <p:spPr>
          <a:xfrm>
            <a:off x="743700" y="-20525"/>
            <a:ext cx="1401000" cy="19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58" name="Google Shape;358;p25"/>
          <p:cNvSpPr txBox="1"/>
          <p:nvPr>
            <p:ph idx="2" type="title"/>
          </p:nvPr>
        </p:nvSpPr>
        <p:spPr>
          <a:xfrm>
            <a:off x="2145050" y="0"/>
            <a:ext cx="1401000" cy="19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59" name="Google Shape;359;p25"/>
          <p:cNvSpPr txBox="1"/>
          <p:nvPr>
            <p:ph idx="3" type="title"/>
          </p:nvPr>
        </p:nvSpPr>
        <p:spPr>
          <a:xfrm>
            <a:off x="3546225" y="-20525"/>
            <a:ext cx="1401000" cy="19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60" name="Google Shape;360;p25"/>
          <p:cNvSpPr txBox="1"/>
          <p:nvPr>
            <p:ph idx="4" type="title"/>
          </p:nvPr>
        </p:nvSpPr>
        <p:spPr>
          <a:xfrm>
            <a:off x="4947400" y="0"/>
            <a:ext cx="1401000" cy="19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61" name="Google Shape;361;p25"/>
          <p:cNvSpPr txBox="1"/>
          <p:nvPr>
            <p:ph idx="5" type="title"/>
          </p:nvPr>
        </p:nvSpPr>
        <p:spPr>
          <a:xfrm>
            <a:off x="6348400" y="0"/>
            <a:ext cx="1401000" cy="19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62" name="Google Shape;362;p25"/>
          <p:cNvSpPr txBox="1"/>
          <p:nvPr>
            <p:ph idx="6" type="title"/>
          </p:nvPr>
        </p:nvSpPr>
        <p:spPr>
          <a:xfrm>
            <a:off x="7749750" y="0"/>
            <a:ext cx="1401000" cy="19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ork Sans Medium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 Medium"/>
              <a:buNone/>
              <a:defRPr sz="24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63" name="Google Shape;363;p25"/>
          <p:cNvSpPr/>
          <p:nvPr/>
        </p:nvSpPr>
        <p:spPr>
          <a:xfrm>
            <a:off x="0" y="50"/>
            <a:ext cx="7476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4" name="Google Shape;364;p25"/>
          <p:cNvCxnSpPr/>
          <p:nvPr/>
        </p:nvCxnSpPr>
        <p:spPr>
          <a:xfrm>
            <a:off x="2154825" y="2108000"/>
            <a:ext cx="0" cy="304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25"/>
          <p:cNvCxnSpPr/>
          <p:nvPr/>
        </p:nvCxnSpPr>
        <p:spPr>
          <a:xfrm>
            <a:off x="3546050" y="2108000"/>
            <a:ext cx="0" cy="304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25"/>
          <p:cNvCxnSpPr/>
          <p:nvPr/>
        </p:nvCxnSpPr>
        <p:spPr>
          <a:xfrm>
            <a:off x="4947400" y="2108000"/>
            <a:ext cx="0" cy="304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25"/>
          <p:cNvCxnSpPr/>
          <p:nvPr/>
        </p:nvCxnSpPr>
        <p:spPr>
          <a:xfrm>
            <a:off x="6348750" y="2108000"/>
            <a:ext cx="0" cy="304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25"/>
          <p:cNvCxnSpPr/>
          <p:nvPr/>
        </p:nvCxnSpPr>
        <p:spPr>
          <a:xfrm>
            <a:off x="7749750" y="2108000"/>
            <a:ext cx="0" cy="304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25"/>
          <p:cNvSpPr txBox="1"/>
          <p:nvPr>
            <p:ph idx="1" type="subTitle"/>
          </p:nvPr>
        </p:nvSpPr>
        <p:spPr>
          <a:xfrm rot="-5400000">
            <a:off x="-329800" y="3924150"/>
            <a:ext cx="1402200" cy="74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None/>
              <a:defRPr/>
            </a:lvl9pPr>
          </a:lstStyle>
          <a:p/>
        </p:txBody>
      </p:sp>
      <p:sp>
        <p:nvSpPr>
          <p:cNvPr id="370" name="Google Shape;370;p25"/>
          <p:cNvSpPr txBox="1"/>
          <p:nvPr>
            <p:ph idx="7" type="subTitle"/>
          </p:nvPr>
        </p:nvSpPr>
        <p:spPr>
          <a:xfrm rot="-5400000">
            <a:off x="-613650" y="2199900"/>
            <a:ext cx="1971000" cy="74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Work Sans"/>
              <a:buNone/>
              <a:defRPr sz="800"/>
            </a:lvl9pPr>
          </a:lstStyle>
          <a:p/>
        </p:txBody>
      </p:sp>
      <p:sp>
        <p:nvSpPr>
          <p:cNvPr id="371" name="Google Shape;371;p25"/>
          <p:cNvSpPr txBox="1"/>
          <p:nvPr>
            <p:ph idx="8" type="subTitle"/>
          </p:nvPr>
        </p:nvSpPr>
        <p:spPr>
          <a:xfrm>
            <a:off x="743825" y="2108000"/>
            <a:ext cx="14010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72" name="Google Shape;372;p25"/>
          <p:cNvSpPr txBox="1"/>
          <p:nvPr>
            <p:ph idx="9" type="subTitle"/>
          </p:nvPr>
        </p:nvSpPr>
        <p:spPr>
          <a:xfrm>
            <a:off x="2145150" y="2108000"/>
            <a:ext cx="14010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73" name="Google Shape;373;p25"/>
          <p:cNvSpPr txBox="1"/>
          <p:nvPr>
            <p:ph idx="13" type="subTitle"/>
          </p:nvPr>
        </p:nvSpPr>
        <p:spPr>
          <a:xfrm>
            <a:off x="3546375" y="2108000"/>
            <a:ext cx="14010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74" name="Google Shape;374;p25"/>
          <p:cNvSpPr txBox="1"/>
          <p:nvPr>
            <p:ph idx="14" type="subTitle"/>
          </p:nvPr>
        </p:nvSpPr>
        <p:spPr>
          <a:xfrm>
            <a:off x="4947400" y="2108000"/>
            <a:ext cx="14010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75" name="Google Shape;375;p25"/>
          <p:cNvSpPr txBox="1"/>
          <p:nvPr>
            <p:ph idx="15" type="subTitle"/>
          </p:nvPr>
        </p:nvSpPr>
        <p:spPr>
          <a:xfrm>
            <a:off x="6348500" y="2108000"/>
            <a:ext cx="14010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76" name="Google Shape;376;p25"/>
          <p:cNvSpPr txBox="1"/>
          <p:nvPr>
            <p:ph idx="16" type="subTitle"/>
          </p:nvPr>
        </p:nvSpPr>
        <p:spPr>
          <a:xfrm>
            <a:off x="7749825" y="2108000"/>
            <a:ext cx="1401000" cy="5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 Medium"/>
              <a:buNone/>
              <a:defRPr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77" name="Google Shape;377;p25"/>
          <p:cNvSpPr txBox="1"/>
          <p:nvPr>
            <p:ph idx="17" type="body"/>
          </p:nvPr>
        </p:nvSpPr>
        <p:spPr>
          <a:xfrm>
            <a:off x="744150" y="2748200"/>
            <a:ext cx="14010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/>
        </p:txBody>
      </p:sp>
      <p:sp>
        <p:nvSpPr>
          <p:cNvPr id="378" name="Google Shape;378;p25"/>
          <p:cNvSpPr txBox="1"/>
          <p:nvPr>
            <p:ph idx="18" type="body"/>
          </p:nvPr>
        </p:nvSpPr>
        <p:spPr>
          <a:xfrm>
            <a:off x="2147000" y="2748200"/>
            <a:ext cx="14010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/>
        </p:txBody>
      </p:sp>
      <p:sp>
        <p:nvSpPr>
          <p:cNvPr id="379" name="Google Shape;379;p25"/>
          <p:cNvSpPr txBox="1"/>
          <p:nvPr>
            <p:ph idx="19" type="body"/>
          </p:nvPr>
        </p:nvSpPr>
        <p:spPr>
          <a:xfrm>
            <a:off x="3551275" y="2748200"/>
            <a:ext cx="14010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/>
        </p:txBody>
      </p:sp>
      <p:sp>
        <p:nvSpPr>
          <p:cNvPr id="380" name="Google Shape;380;p25"/>
          <p:cNvSpPr txBox="1"/>
          <p:nvPr>
            <p:ph idx="20" type="body"/>
          </p:nvPr>
        </p:nvSpPr>
        <p:spPr>
          <a:xfrm>
            <a:off x="4948375" y="2748200"/>
            <a:ext cx="14010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/>
        </p:txBody>
      </p:sp>
      <p:sp>
        <p:nvSpPr>
          <p:cNvPr id="381" name="Google Shape;381;p25"/>
          <p:cNvSpPr txBox="1"/>
          <p:nvPr>
            <p:ph idx="21" type="body"/>
          </p:nvPr>
        </p:nvSpPr>
        <p:spPr>
          <a:xfrm>
            <a:off x="6350350" y="2748200"/>
            <a:ext cx="14010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/>
        </p:txBody>
      </p:sp>
      <p:sp>
        <p:nvSpPr>
          <p:cNvPr id="382" name="Google Shape;382;p25"/>
          <p:cNvSpPr txBox="1"/>
          <p:nvPr>
            <p:ph idx="22" type="body"/>
          </p:nvPr>
        </p:nvSpPr>
        <p:spPr>
          <a:xfrm>
            <a:off x="7752325" y="2748200"/>
            <a:ext cx="14010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Work Sans"/>
              <a:buChar char="■"/>
              <a:defRPr sz="1000"/>
            </a:lvl9pPr>
          </a:lstStyle>
          <a:p/>
        </p:txBody>
      </p:sp>
      <p:sp>
        <p:nvSpPr>
          <p:cNvPr id="383" name="Google Shape;383;p25"/>
          <p:cNvSpPr txBox="1"/>
          <p:nvPr>
            <p:ph idx="12" type="sldNum"/>
          </p:nvPr>
        </p:nvSpPr>
        <p:spPr>
          <a:xfrm>
            <a:off x="0" y="145525"/>
            <a:ext cx="747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Clr>
                <a:schemeClr val="dk1"/>
              </a:buClr>
              <a:buSzPts val="1100"/>
              <a:buNone/>
              <a:defRPr/>
            </a:lvl1pPr>
            <a:lvl2pPr lvl="1" algn="ctr">
              <a:buClr>
                <a:schemeClr val="dk1"/>
              </a:buClr>
              <a:buSzPts val="1100"/>
              <a:buNone/>
              <a:defRPr/>
            </a:lvl2pPr>
            <a:lvl3pPr lvl="2" algn="ctr">
              <a:buClr>
                <a:schemeClr val="dk1"/>
              </a:buClr>
              <a:buSzPts val="1100"/>
              <a:buNone/>
              <a:defRPr/>
            </a:lvl3pPr>
            <a:lvl4pPr lvl="3" algn="ctr">
              <a:buClr>
                <a:schemeClr val="dk1"/>
              </a:buClr>
              <a:buSzPts val="1100"/>
              <a:buNone/>
              <a:defRPr/>
            </a:lvl4pPr>
            <a:lvl5pPr lvl="4" algn="ctr">
              <a:buClr>
                <a:schemeClr val="dk1"/>
              </a:buClr>
              <a:buSzPts val="1100"/>
              <a:buNone/>
              <a:defRPr/>
            </a:lvl5pPr>
            <a:lvl6pPr lvl="5" algn="ctr">
              <a:buClr>
                <a:schemeClr val="dk1"/>
              </a:buClr>
              <a:buSzPts val="1100"/>
              <a:buNone/>
              <a:defRPr/>
            </a:lvl6pPr>
            <a:lvl7pPr lvl="6" algn="ctr">
              <a:buClr>
                <a:schemeClr val="dk1"/>
              </a:buClr>
              <a:buSzPts val="1100"/>
              <a:buNone/>
              <a:defRPr/>
            </a:lvl7pPr>
            <a:lvl8pPr lvl="7" algn="ctr">
              <a:buClr>
                <a:schemeClr val="dk1"/>
              </a:buClr>
              <a:buSzPts val="1100"/>
              <a:buNone/>
              <a:defRPr/>
            </a:lvl8pPr>
            <a:lvl9pPr lvl="8" algn="ctr">
              <a:buClr>
                <a:schemeClr val="dk1"/>
              </a:buClr>
              <a:buSzPts val="1100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6" name="Google Shape;386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87" name="Google Shape;38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90" name="Google Shape;39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4" name="Google Shape;39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8" name="Google Shape;39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9" name="Google Shape;39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2" name="Google Shape;40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5" name="Google Shape;405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9" name="Google Shape;40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3" name="Google Shape;413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4" name="Google Shape;414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5" name="Google Shape;41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418" name="Google Shape;41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1" name="Google Shape;421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8" name="Google Shape;42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9" name="Google Shape;42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438" name="Google Shape;43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1" name="Google Shape;441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2" name="Google Shape;442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3" name="Google Shape;443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4" name="Google Shape;444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0" name="Google Shape;450;p40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40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3" name="Google Shape;453;p40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4" name="Google Shape;454;p40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7" name="Google Shape;457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0" name="Google Shape;460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2" name="Google Shape;462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4" name="Google Shape;464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5" name="Google Shape;465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9" name="Google Shape;469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2" name="Google Shape;472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5" name="Google Shape;47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6" name="Google Shape;47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7" name="Google Shape;477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8" name="Google Shape;478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1" name="Google Shape;481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2" name="Google Shape;482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3" name="Google Shape;483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4" name="Google Shape;484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5" name="Google Shape;485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6" name="Google Shape;486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8" name="Google Shape;488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9" name="Google Shape;489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0" name="Google Shape;490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6" name="Google Shape;496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7" name="Google Shape;497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3" name="Google Shape;503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546400" y="679825"/>
            <a:ext cx="52548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ork Sans Medium"/>
              <a:buNone/>
              <a:defRPr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644400" y="2174225"/>
            <a:ext cx="5953200" cy="21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○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■"/>
              <a:defRPr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92">
          <p15:clr>
            <a:srgbClr val="E46962"/>
          </p15:clr>
        </p15:guide>
        <p15:guide id="2" orient="horz" pos="3148">
          <p15:clr>
            <a:srgbClr val="E46962"/>
          </p15:clr>
        </p15:guide>
        <p15:guide id="3" pos="92">
          <p15:clr>
            <a:srgbClr val="E46962"/>
          </p15:clr>
        </p15:guide>
        <p15:guide id="4" pos="217">
          <p15:clr>
            <a:srgbClr val="E46962"/>
          </p15:clr>
        </p15:guide>
        <p15:guide id="5" pos="591">
          <p15:clr>
            <a:srgbClr val="E46962"/>
          </p15:clr>
        </p15:guide>
        <p15:guide id="6" pos="666">
          <p15:clr>
            <a:srgbClr val="E46962"/>
          </p15:clr>
        </p15:guide>
        <p15:guide id="7" pos="1041">
          <p15:clr>
            <a:srgbClr val="E46962"/>
          </p15:clr>
        </p15:guide>
        <p15:guide id="8" pos="1117">
          <p15:clr>
            <a:srgbClr val="E46962"/>
          </p15:clr>
        </p15:guide>
        <p15:guide id="9" pos="1491">
          <p15:clr>
            <a:srgbClr val="E46962"/>
          </p15:clr>
        </p15:guide>
        <p15:guide id="10" pos="1567">
          <p15:clr>
            <a:srgbClr val="E46962"/>
          </p15:clr>
        </p15:guide>
        <p15:guide id="11" pos="1942">
          <p15:clr>
            <a:srgbClr val="E46962"/>
          </p15:clr>
        </p15:guide>
        <p15:guide id="12" pos="2017">
          <p15:clr>
            <a:srgbClr val="E46962"/>
          </p15:clr>
        </p15:guide>
        <p15:guide id="13" pos="2392">
          <p15:clr>
            <a:srgbClr val="E46962"/>
          </p15:clr>
        </p15:guide>
        <p15:guide id="14" pos="2467">
          <p15:clr>
            <a:srgbClr val="E46962"/>
          </p15:clr>
        </p15:guide>
        <p15:guide id="15" pos="2842">
          <p15:clr>
            <a:srgbClr val="E46962"/>
          </p15:clr>
        </p15:guide>
        <p15:guide id="16" pos="2917">
          <p15:clr>
            <a:srgbClr val="E46962"/>
          </p15:clr>
        </p15:guide>
        <p15:guide id="17" pos="3292">
          <p15:clr>
            <a:srgbClr val="E46962"/>
          </p15:clr>
        </p15:guide>
        <p15:guide id="18" pos="3367">
          <p15:clr>
            <a:srgbClr val="E46962"/>
          </p15:clr>
        </p15:guide>
        <p15:guide id="19" pos="3742">
          <p15:clr>
            <a:srgbClr val="E46962"/>
          </p15:clr>
        </p15:guide>
        <p15:guide id="20" pos="3817">
          <p15:clr>
            <a:srgbClr val="E46962"/>
          </p15:clr>
        </p15:guide>
        <p15:guide id="21" pos="4192">
          <p15:clr>
            <a:srgbClr val="E46962"/>
          </p15:clr>
        </p15:guide>
        <p15:guide id="22" pos="4268">
          <p15:clr>
            <a:srgbClr val="E46962"/>
          </p15:clr>
        </p15:guide>
        <p15:guide id="23" pos="4642">
          <p15:clr>
            <a:srgbClr val="E46962"/>
          </p15:clr>
        </p15:guide>
        <p15:guide id="24" pos="4718">
          <p15:clr>
            <a:srgbClr val="E46962"/>
          </p15:clr>
        </p15:guide>
        <p15:guide id="25" pos="5168">
          <p15:clr>
            <a:srgbClr val="E46962"/>
          </p15:clr>
        </p15:guide>
        <p15:guide id="26" pos="5093">
          <p15:clr>
            <a:srgbClr val="E46962"/>
          </p15:clr>
        </p15:guide>
        <p15:guide id="27" pos="5543">
          <p15:clr>
            <a:srgbClr val="E46962"/>
          </p15:clr>
        </p15:guide>
        <p15:guide id="28" pos="566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un-violence-early-warning-system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chemeClr val="accent1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Gun Violence in the U.S</a:t>
            </a:r>
            <a:endParaRPr/>
          </a:p>
        </p:txBody>
      </p:sp>
      <p:sp>
        <p:nvSpPr>
          <p:cNvPr id="511" name="Google Shape;511;p4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Josh, Jake, Sebastian, Jessica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8"/>
          <p:cNvSpPr txBox="1"/>
          <p:nvPr>
            <p:ph idx="4294967295" type="subTitle"/>
          </p:nvPr>
        </p:nvSpPr>
        <p:spPr>
          <a:xfrm>
            <a:off x="735950" y="1924625"/>
            <a:ext cx="6432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01</a:t>
            </a:r>
            <a:endParaRPr sz="2200"/>
          </a:p>
        </p:txBody>
      </p:sp>
      <p:sp>
        <p:nvSpPr>
          <p:cNvPr id="517" name="Google Shape;517;p48"/>
          <p:cNvSpPr txBox="1"/>
          <p:nvPr>
            <p:ph idx="4294967295" type="subTitle"/>
          </p:nvPr>
        </p:nvSpPr>
        <p:spPr>
          <a:xfrm>
            <a:off x="747600" y="256322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02</a:t>
            </a:r>
            <a:endParaRPr sz="2200"/>
          </a:p>
        </p:txBody>
      </p:sp>
      <p:sp>
        <p:nvSpPr>
          <p:cNvPr id="518" name="Google Shape;518;p48"/>
          <p:cNvSpPr txBox="1"/>
          <p:nvPr>
            <p:ph idx="4294967295" type="subTitle"/>
          </p:nvPr>
        </p:nvSpPr>
        <p:spPr>
          <a:xfrm>
            <a:off x="747600" y="320757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03</a:t>
            </a:r>
            <a:endParaRPr sz="2200"/>
          </a:p>
        </p:txBody>
      </p:sp>
      <p:sp>
        <p:nvSpPr>
          <p:cNvPr id="519" name="Google Shape;519;p48"/>
          <p:cNvSpPr txBox="1"/>
          <p:nvPr>
            <p:ph idx="4294967295" type="subTitle"/>
          </p:nvPr>
        </p:nvSpPr>
        <p:spPr>
          <a:xfrm>
            <a:off x="747600" y="385197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04</a:t>
            </a:r>
            <a:endParaRPr sz="2200"/>
          </a:p>
        </p:txBody>
      </p:sp>
      <p:sp>
        <p:nvSpPr>
          <p:cNvPr id="520" name="Google Shape;520;p48"/>
          <p:cNvSpPr txBox="1"/>
          <p:nvPr>
            <p:ph idx="4294967295" type="subTitle"/>
          </p:nvPr>
        </p:nvSpPr>
        <p:spPr>
          <a:xfrm>
            <a:off x="747600" y="449052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05</a:t>
            </a:r>
            <a:endParaRPr sz="2200"/>
          </a:p>
        </p:txBody>
      </p:sp>
      <p:sp>
        <p:nvSpPr>
          <p:cNvPr id="521" name="Google Shape;521;p48"/>
          <p:cNvSpPr txBox="1"/>
          <p:nvPr>
            <p:ph type="title"/>
          </p:nvPr>
        </p:nvSpPr>
        <p:spPr>
          <a:xfrm>
            <a:off x="579350" y="14552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22" name="Google Shape;52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3" name="Google Shape;523;p48"/>
          <p:cNvSpPr txBox="1"/>
          <p:nvPr>
            <p:ph idx="4294967295" type="subTitle"/>
          </p:nvPr>
        </p:nvSpPr>
        <p:spPr>
          <a:xfrm>
            <a:off x="5322350" y="192462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06</a:t>
            </a:r>
            <a:endParaRPr sz="2200"/>
          </a:p>
        </p:txBody>
      </p:sp>
      <p:sp>
        <p:nvSpPr>
          <p:cNvPr id="524" name="Google Shape;524;p48"/>
          <p:cNvSpPr txBox="1"/>
          <p:nvPr>
            <p:ph idx="4294967295" type="subTitle"/>
          </p:nvPr>
        </p:nvSpPr>
        <p:spPr>
          <a:xfrm>
            <a:off x="5322350" y="320757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08</a:t>
            </a:r>
            <a:endParaRPr sz="2200"/>
          </a:p>
        </p:txBody>
      </p:sp>
      <p:sp>
        <p:nvSpPr>
          <p:cNvPr id="525" name="Google Shape;525;p48"/>
          <p:cNvSpPr txBox="1"/>
          <p:nvPr>
            <p:ph idx="4294967295" type="subTitle"/>
          </p:nvPr>
        </p:nvSpPr>
        <p:spPr>
          <a:xfrm>
            <a:off x="5322350" y="2563225"/>
            <a:ext cx="1236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07</a:t>
            </a:r>
            <a:endParaRPr sz="2200"/>
          </a:p>
        </p:txBody>
      </p:sp>
      <p:sp>
        <p:nvSpPr>
          <p:cNvPr id="526" name="Google Shape;526;p48"/>
          <p:cNvSpPr txBox="1"/>
          <p:nvPr/>
        </p:nvSpPr>
        <p:spPr>
          <a:xfrm>
            <a:off x="1390725" y="1981775"/>
            <a:ext cx="26424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Problem overview </a:t>
            </a:r>
            <a:endParaRPr sz="21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27" name="Google Shape;527;p48"/>
          <p:cNvSpPr txBox="1"/>
          <p:nvPr/>
        </p:nvSpPr>
        <p:spPr>
          <a:xfrm>
            <a:off x="1390725" y="2594675"/>
            <a:ext cx="26424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Dataset overview</a:t>
            </a:r>
            <a:endParaRPr sz="21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28" name="Google Shape;528;p48"/>
          <p:cNvSpPr txBox="1"/>
          <p:nvPr/>
        </p:nvSpPr>
        <p:spPr>
          <a:xfrm>
            <a:off x="1379150" y="3236150"/>
            <a:ext cx="32172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Candidate algorithms </a:t>
            </a:r>
            <a:endParaRPr sz="21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29" name="Google Shape;529;p48"/>
          <p:cNvSpPr txBox="1"/>
          <p:nvPr/>
        </p:nvSpPr>
        <p:spPr>
          <a:xfrm>
            <a:off x="1379150" y="3880550"/>
            <a:ext cx="38466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Performance comparison</a:t>
            </a:r>
            <a:endParaRPr sz="21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30" name="Google Shape;530;p48"/>
          <p:cNvSpPr txBox="1"/>
          <p:nvPr/>
        </p:nvSpPr>
        <p:spPr>
          <a:xfrm>
            <a:off x="1390725" y="4496375"/>
            <a:ext cx="38466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Tuning Steps </a:t>
            </a:r>
            <a:endParaRPr sz="21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31" name="Google Shape;531;p48"/>
          <p:cNvSpPr txBox="1"/>
          <p:nvPr/>
        </p:nvSpPr>
        <p:spPr>
          <a:xfrm>
            <a:off x="6168350" y="1981775"/>
            <a:ext cx="29757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Final Results </a:t>
            </a:r>
            <a:endParaRPr sz="21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32" name="Google Shape;532;p48"/>
          <p:cNvSpPr txBox="1"/>
          <p:nvPr/>
        </p:nvSpPr>
        <p:spPr>
          <a:xfrm>
            <a:off x="6168350" y="2594675"/>
            <a:ext cx="29757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Conclusion</a:t>
            </a:r>
            <a:endParaRPr sz="21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33" name="Google Shape;533;p48"/>
          <p:cNvSpPr txBox="1"/>
          <p:nvPr/>
        </p:nvSpPr>
        <p:spPr>
          <a:xfrm>
            <a:off x="6168350" y="3223325"/>
            <a:ext cx="29757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Streamlit Demo</a:t>
            </a:r>
            <a:endParaRPr sz="21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9"/>
          <p:cNvSpPr txBox="1"/>
          <p:nvPr/>
        </p:nvSpPr>
        <p:spPr>
          <a:xfrm>
            <a:off x="634000" y="1255050"/>
            <a:ext cx="7993500" cy="15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2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Gun violence is one of the leading causes of preventable death in the United States.</a:t>
            </a:r>
            <a:endParaRPr i="1" sz="2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39" name="Google Shape;539;p49"/>
          <p:cNvSpPr txBox="1"/>
          <p:nvPr>
            <p:ph type="title"/>
          </p:nvPr>
        </p:nvSpPr>
        <p:spPr>
          <a:xfrm>
            <a:off x="2635950" y="343250"/>
            <a:ext cx="3872100" cy="7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200">
                <a:latin typeface="Work Sans"/>
                <a:ea typeface="Work Sans"/>
                <a:cs typeface="Work Sans"/>
                <a:sym typeface="Work Sans"/>
              </a:rPr>
              <a:t>Problem Overview</a:t>
            </a:r>
            <a:endParaRPr sz="3200"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540" name="Google Shape;540;p49" title="Screenshot 2026-05-02 at 7.53.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6113" y="2499450"/>
            <a:ext cx="7209663" cy="152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50" title="Screenshot 2026-05-02 at 7.39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600" y="1099675"/>
            <a:ext cx="7898301" cy="317592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50"/>
          <p:cNvSpPr txBox="1"/>
          <p:nvPr>
            <p:ph type="title"/>
          </p:nvPr>
        </p:nvSpPr>
        <p:spPr>
          <a:xfrm>
            <a:off x="2047350" y="207175"/>
            <a:ext cx="5049300" cy="7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i="1" lang="en" sz="2300">
                <a:latin typeface="Work Sans"/>
                <a:ea typeface="Work Sans"/>
                <a:cs typeface="Work Sans"/>
                <a:sym typeface="Work Sans"/>
              </a:rPr>
              <a:t>A Growing Trend in this Country</a:t>
            </a:r>
            <a:endParaRPr i="1" sz="2300"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1"/>
          <p:cNvSpPr txBox="1"/>
          <p:nvPr/>
        </p:nvSpPr>
        <p:spPr>
          <a:xfrm>
            <a:off x="700600" y="1115150"/>
            <a:ext cx="78603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Public agencies and communities often struggle to identify which counties are most at risk before violence escalates.</a:t>
            </a:r>
            <a:endParaRPr i="1" sz="2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Without early identification:</a:t>
            </a:r>
            <a:endParaRPr sz="16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• Resources are allocated reactively instead of proactively</a:t>
            </a:r>
            <a:endParaRPr sz="16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• High-risk communities may not receive intervention in time</a:t>
            </a:r>
            <a:endParaRPr sz="16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• Policymakers rely on incomplete or anecdotal information</a:t>
            </a:r>
            <a:endParaRPr sz="16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52" name="Google Shape;552;p51"/>
          <p:cNvSpPr txBox="1"/>
          <p:nvPr>
            <p:ph type="title"/>
          </p:nvPr>
        </p:nvSpPr>
        <p:spPr>
          <a:xfrm>
            <a:off x="2635950" y="343250"/>
            <a:ext cx="3872100" cy="7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200">
                <a:latin typeface="Work Sans"/>
                <a:ea typeface="Work Sans"/>
                <a:cs typeface="Work Sans"/>
                <a:sym typeface="Work Sans"/>
              </a:rPr>
              <a:t>Problem Overview</a:t>
            </a:r>
            <a:endParaRPr sz="3200"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/>
          <p:nvPr/>
        </p:nvSpPr>
        <p:spPr>
          <a:xfrm>
            <a:off x="1038400" y="1372475"/>
            <a:ext cx="7184700" cy="1107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58" name="Google Shape;558;p52"/>
          <p:cNvSpPr txBox="1"/>
          <p:nvPr>
            <p:ph idx="4294967295" type="title"/>
          </p:nvPr>
        </p:nvSpPr>
        <p:spPr>
          <a:xfrm>
            <a:off x="0" y="265300"/>
            <a:ext cx="91440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 Question</a:t>
            </a:r>
            <a:endParaRPr/>
          </a:p>
        </p:txBody>
      </p:sp>
      <p:sp>
        <p:nvSpPr>
          <p:cNvPr id="559" name="Google Shape;559;p52"/>
          <p:cNvSpPr txBox="1"/>
          <p:nvPr/>
        </p:nvSpPr>
        <p:spPr>
          <a:xfrm>
            <a:off x="1250700" y="2986925"/>
            <a:ext cx="66426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Secondary Predictive Question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What are the top 5–8 features that have the most influence on whether a county is classified as high gun violence?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560" name="Google Shape;560;p52"/>
          <p:cNvSpPr txBox="1"/>
          <p:nvPr/>
        </p:nvSpPr>
        <p:spPr>
          <a:xfrm>
            <a:off x="1130650" y="1464750"/>
            <a:ext cx="70233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Given socioeconomic,demographic, and social vulnerability features for a U.S. county, can we accurately predict whether that county has a "high level" of gun violence?</a:t>
            </a:r>
            <a:endParaRPr sz="17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3"/>
          <p:cNvSpPr/>
          <p:nvPr/>
        </p:nvSpPr>
        <p:spPr>
          <a:xfrm>
            <a:off x="6529000" y="2157975"/>
            <a:ext cx="2351400" cy="1161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66" name="Google Shape;566;p53"/>
          <p:cNvSpPr txBox="1"/>
          <p:nvPr>
            <p:ph idx="4294967295" type="title"/>
          </p:nvPr>
        </p:nvSpPr>
        <p:spPr>
          <a:xfrm>
            <a:off x="0" y="0"/>
            <a:ext cx="8527800" cy="98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Work Sans"/>
                <a:ea typeface="Work Sans"/>
                <a:cs typeface="Work Sans"/>
                <a:sym typeface="Work Sans"/>
              </a:rPr>
              <a:t>Data Source</a:t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67" name="Google Shape;567;p53"/>
          <p:cNvSpPr txBox="1"/>
          <p:nvPr/>
        </p:nvSpPr>
        <p:spPr>
          <a:xfrm>
            <a:off x="79650" y="790300"/>
            <a:ext cx="8719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3 Data Sources</a:t>
            </a:r>
            <a:endParaRPr b="1"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“Underlying Cause of Death, 2018-2024, Single Race” from CDC </a:t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-"/>
            </a:pP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ID for counties, dates, deaths, population, crude rate (event/population)</a:t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SVI </a:t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-"/>
            </a:pP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Unemployment, </a:t>
            </a: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minority</a:t>
            </a: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%, </a:t>
            </a: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Disabled</a:t>
            </a: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%, etc. </a:t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Government census (ACS Data)</a:t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Work Sans"/>
              <a:buChar char="-"/>
            </a:pP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Median household income, population below poverty level </a:t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68" name="Google Shape;568;p53"/>
          <p:cNvSpPr txBox="1"/>
          <p:nvPr/>
        </p:nvSpPr>
        <p:spPr>
          <a:xfrm>
            <a:off x="6252550" y="2229225"/>
            <a:ext cx="29043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Data Quality</a:t>
            </a:r>
            <a:endParaRPr b="1"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13,328 rows 32 columns</a:t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No missing values </a:t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No </a:t>
            </a: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duplicates</a:t>
            </a: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69" name="Google Shape;569;p53"/>
          <p:cNvSpPr txBox="1"/>
          <p:nvPr/>
        </p:nvSpPr>
        <p:spPr>
          <a:xfrm>
            <a:off x="0" y="3318975"/>
            <a:ext cx="8984700" cy="19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Target column = Violence Level </a:t>
            </a:r>
            <a:endParaRPr b="1"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Taking median crude rate and labeling higher medians as “high” and lower as “low”</a:t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We frame this as a binary classification problem: each county-year observation is labeled high or low gun violence, and four models are trained to predict that label.</a:t>
            </a:r>
            <a:endParaRPr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4"/>
          <p:cNvSpPr txBox="1"/>
          <p:nvPr/>
        </p:nvSpPr>
        <p:spPr>
          <a:xfrm>
            <a:off x="0" y="-8900"/>
            <a:ext cx="91440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Feature Selection and Leakage </a:t>
            </a:r>
            <a:endParaRPr sz="24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575" name="Google Shape;575;p54" title="ChatGPT Image May 3, 2026, 11_09_29 PM.png"/>
          <p:cNvPicPr preferRelativeResize="0"/>
          <p:nvPr/>
        </p:nvPicPr>
        <p:blipFill rotWithShape="1">
          <a:blip r:embed="rId3">
            <a:alphaModFix/>
          </a:blip>
          <a:srcRect b="0" l="0" r="0" t="8265"/>
          <a:stretch/>
        </p:blipFill>
        <p:spPr>
          <a:xfrm>
            <a:off x="240575" y="760638"/>
            <a:ext cx="5922751" cy="3622226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54"/>
          <p:cNvSpPr txBox="1"/>
          <p:nvPr/>
        </p:nvSpPr>
        <p:spPr>
          <a:xfrm>
            <a:off x="6516175" y="2065225"/>
            <a:ext cx="2403600" cy="21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Final = 26 Columns </a:t>
            </a:r>
            <a:endParaRPr sz="17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5"/>
          <p:cNvSpPr txBox="1"/>
          <p:nvPr>
            <p:ph type="title"/>
          </p:nvPr>
        </p:nvSpPr>
        <p:spPr>
          <a:xfrm>
            <a:off x="0" y="0"/>
            <a:ext cx="9144000" cy="105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Candidate Algorithms </a:t>
            </a:r>
            <a:endParaRPr/>
          </a:p>
        </p:txBody>
      </p:sp>
      <p:sp>
        <p:nvSpPr>
          <p:cNvPr id="582" name="Google Shape;582;p55"/>
          <p:cNvSpPr/>
          <p:nvPr/>
        </p:nvSpPr>
        <p:spPr>
          <a:xfrm>
            <a:off x="223250" y="833450"/>
            <a:ext cx="8575800" cy="4164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583" name="Google Shape;583;p55"/>
          <p:cNvCxnSpPr>
            <a:stCxn id="582" idx="0"/>
            <a:endCxn id="582" idx="2"/>
          </p:cNvCxnSpPr>
          <p:nvPr/>
        </p:nvCxnSpPr>
        <p:spPr>
          <a:xfrm>
            <a:off x="4511150" y="833450"/>
            <a:ext cx="0" cy="4164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55"/>
          <p:cNvCxnSpPr>
            <a:stCxn id="582" idx="1"/>
            <a:endCxn id="582" idx="3"/>
          </p:cNvCxnSpPr>
          <p:nvPr/>
        </p:nvCxnSpPr>
        <p:spPr>
          <a:xfrm>
            <a:off x="223250" y="2915750"/>
            <a:ext cx="85758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5" name="Google Shape;585;p55"/>
          <p:cNvSpPr txBox="1"/>
          <p:nvPr/>
        </p:nvSpPr>
        <p:spPr>
          <a:xfrm>
            <a:off x="223250" y="833450"/>
            <a:ext cx="4227300" cy="2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Logistic</a:t>
            </a: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Regression </a:t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"/>
              <a:buChar char="-"/>
            </a:pP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Interpretable coefficients, useful for predicting </a:t>
            </a: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categorical</a:t>
            </a: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outcomes</a:t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"/>
              <a:buChar char="-"/>
            </a:pP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Handles </a:t>
            </a: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multicollinearity</a:t>
            </a: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86" name="Google Shape;586;p55"/>
          <p:cNvSpPr txBox="1"/>
          <p:nvPr/>
        </p:nvSpPr>
        <p:spPr>
          <a:xfrm>
            <a:off x="4572000" y="878075"/>
            <a:ext cx="4227300" cy="19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Random Forest </a:t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"/>
              <a:buChar char="-"/>
            </a:pP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Handles many predictor variables </a:t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"/>
              <a:buChar char="-"/>
            </a:pP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Strong classification model</a:t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"/>
              <a:buChar char="-"/>
            </a:pP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Handle nonlinearity </a:t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87" name="Google Shape;587;p55"/>
          <p:cNvSpPr txBox="1"/>
          <p:nvPr/>
        </p:nvSpPr>
        <p:spPr>
          <a:xfrm>
            <a:off x="4539250" y="2976575"/>
            <a:ext cx="4259700" cy="2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XGBClassifer</a:t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"/>
              <a:buChar char="-"/>
            </a:pP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Works well with tabular data with many numeric variables </a:t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"/>
              <a:buChar char="-"/>
            </a:pP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Capture nonlinear relationships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88" name="Google Shape;588;p55"/>
          <p:cNvSpPr txBox="1"/>
          <p:nvPr/>
        </p:nvSpPr>
        <p:spPr>
          <a:xfrm>
            <a:off x="267900" y="2991450"/>
            <a:ext cx="4227300" cy="19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Neural Network</a:t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ork Sans"/>
              <a:buChar char="-"/>
            </a:pP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Captures complex feature interactions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Targets </a:t>
            </a:r>
            <a:endParaRPr/>
          </a:p>
        </p:txBody>
      </p:sp>
      <p:sp>
        <p:nvSpPr>
          <p:cNvPr id="594" name="Google Shape;594;p56"/>
          <p:cNvSpPr txBox="1"/>
          <p:nvPr/>
        </p:nvSpPr>
        <p:spPr>
          <a:xfrm>
            <a:off x="343350" y="1384100"/>
            <a:ext cx="8335200" cy="3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Accuracy </a:t>
            </a:r>
            <a:r>
              <a:rPr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→ Overall Correctness</a:t>
            </a:r>
            <a:endParaRPr sz="17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Precision</a:t>
            </a:r>
            <a:r>
              <a:rPr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→ how many predicted high-violence counties are actually high </a:t>
            </a:r>
            <a:endParaRPr sz="17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Recall </a:t>
            </a:r>
            <a:r>
              <a:rPr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→ how many actual high-violence counties we correctly identify </a:t>
            </a:r>
            <a:endParaRPr sz="17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F1 Score</a:t>
            </a:r>
            <a:r>
              <a:rPr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→ Balance between precision and recall</a:t>
            </a:r>
            <a:endParaRPr sz="17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ROC AUC</a:t>
            </a:r>
            <a:r>
              <a:rPr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→ Overall model </a:t>
            </a:r>
            <a:r>
              <a:rPr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discrimination</a:t>
            </a:r>
            <a:r>
              <a:rPr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ability </a:t>
            </a:r>
            <a:endParaRPr sz="17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Confusion Matrix </a:t>
            </a:r>
            <a:r>
              <a:rPr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→ breakdown of predictions </a:t>
            </a:r>
            <a:endParaRPr sz="17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57" title="ChatGPT Image May 3, 2026, 10_32_23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9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8"/>
          <p:cNvSpPr txBox="1"/>
          <p:nvPr>
            <p:ph type="title"/>
          </p:nvPr>
        </p:nvSpPr>
        <p:spPr>
          <a:xfrm>
            <a:off x="0" y="0"/>
            <a:ext cx="4062000" cy="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XGBClassifer Tuning</a:t>
            </a:r>
            <a:endParaRPr/>
          </a:p>
        </p:txBody>
      </p:sp>
      <p:pic>
        <p:nvPicPr>
          <p:cNvPr id="605" name="Google Shape;605;p58" title="Screenshot 2026-05-03 at 10.09.2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502" y="1930750"/>
            <a:ext cx="2707700" cy="145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58"/>
          <p:cNvSpPr txBox="1"/>
          <p:nvPr/>
        </p:nvSpPr>
        <p:spPr>
          <a:xfrm>
            <a:off x="412913" y="1373575"/>
            <a:ext cx="2282400" cy="13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rPr>
              <a:t>Overfitting due to leakage </a:t>
            </a:r>
            <a:endParaRPr sz="13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07" name="Google Shape;607;p58"/>
          <p:cNvSpPr/>
          <p:nvPr/>
        </p:nvSpPr>
        <p:spPr>
          <a:xfrm>
            <a:off x="2927088" y="2381250"/>
            <a:ext cx="3273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608" name="Google Shape;608;p58" title="ChatGPT Image May 3, 2026, 10_38_55 PM.png"/>
          <p:cNvPicPr preferRelativeResize="0"/>
          <p:nvPr/>
        </p:nvPicPr>
        <p:blipFill rotWithShape="1">
          <a:blip r:embed="rId4">
            <a:alphaModFix/>
          </a:blip>
          <a:srcRect b="0" l="0" r="0" t="18234"/>
          <a:stretch/>
        </p:blipFill>
        <p:spPr>
          <a:xfrm>
            <a:off x="3328275" y="694438"/>
            <a:ext cx="5729649" cy="35137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9"/>
          <p:cNvSpPr txBox="1"/>
          <p:nvPr>
            <p:ph type="title"/>
          </p:nvPr>
        </p:nvSpPr>
        <p:spPr>
          <a:xfrm>
            <a:off x="0" y="145525"/>
            <a:ext cx="9144000" cy="6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XGBClassifier: Performance Improvements</a:t>
            </a:r>
            <a:endParaRPr/>
          </a:p>
        </p:txBody>
      </p:sp>
      <p:pic>
        <p:nvPicPr>
          <p:cNvPr id="614" name="Google Shape;614;p59" title="ChatGPT Image May 3, 2026, 10_43_48 PM.png"/>
          <p:cNvPicPr preferRelativeResize="0"/>
          <p:nvPr/>
        </p:nvPicPr>
        <p:blipFill rotWithShape="1">
          <a:blip r:embed="rId3">
            <a:alphaModFix/>
          </a:blip>
          <a:srcRect b="0" l="0" r="0" t="15441"/>
          <a:stretch/>
        </p:blipFill>
        <p:spPr>
          <a:xfrm>
            <a:off x="0" y="1115650"/>
            <a:ext cx="9144003" cy="25786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0"/>
          <p:cNvSpPr txBox="1"/>
          <p:nvPr>
            <p:ph type="title"/>
          </p:nvPr>
        </p:nvSpPr>
        <p:spPr>
          <a:xfrm>
            <a:off x="938600" y="343675"/>
            <a:ext cx="4083900" cy="11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Confusion Matrix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0" name="Google Shape;62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9700" y="1114525"/>
            <a:ext cx="3924588" cy="332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1"/>
          <p:cNvSpPr/>
          <p:nvPr/>
        </p:nvSpPr>
        <p:spPr>
          <a:xfrm>
            <a:off x="1038400" y="1372475"/>
            <a:ext cx="7184700" cy="1107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26" name="Google Shape;626;p61"/>
          <p:cNvSpPr txBox="1"/>
          <p:nvPr>
            <p:ph idx="4294967295" type="title"/>
          </p:nvPr>
        </p:nvSpPr>
        <p:spPr>
          <a:xfrm>
            <a:off x="0" y="265300"/>
            <a:ext cx="91440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results </a:t>
            </a:r>
            <a:endParaRPr/>
          </a:p>
        </p:txBody>
      </p:sp>
      <p:sp>
        <p:nvSpPr>
          <p:cNvPr id="627" name="Google Shape;627;p61"/>
          <p:cNvSpPr txBox="1"/>
          <p:nvPr/>
        </p:nvSpPr>
        <p:spPr>
          <a:xfrm>
            <a:off x="97925" y="2782175"/>
            <a:ext cx="90462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Limitations: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Specific legislation or executive orders cannot be </a:t>
            </a:r>
            <a:r>
              <a:rPr lang="en" sz="1200">
                <a:solidFill>
                  <a:schemeClr val="dk1"/>
                </a:solidFill>
              </a:rPr>
              <a:t>measured</a:t>
            </a:r>
            <a:r>
              <a:rPr lang="en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The median-split binary label discards variation within high/low groups; a regression approach could be more informative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Stratified random split — a temporal split (train 2019–2021, test 2022–2023) would better simulate real deployment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County-level predictions mask within-county neighborhood variation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28" name="Google Shape;628;p61"/>
          <p:cNvSpPr txBox="1"/>
          <p:nvPr/>
        </p:nvSpPr>
        <p:spPr>
          <a:xfrm>
            <a:off x="1130650" y="1464750"/>
            <a:ext cx="70233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Yes, g</a:t>
            </a:r>
            <a:r>
              <a:rPr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iven socioeconomic,demographic, and social vulnerability features for a U.S. county, we can </a:t>
            </a:r>
            <a:r>
              <a:rPr lang="en" sz="1700" u="sng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somewhat</a:t>
            </a:r>
            <a:r>
              <a:rPr lang="en" sz="17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accurately predict whether that county has a "high level" of gun violence?</a:t>
            </a:r>
            <a:endParaRPr sz="17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2"/>
          <p:cNvSpPr txBox="1"/>
          <p:nvPr>
            <p:ph idx="4294967295" type="subTitle"/>
          </p:nvPr>
        </p:nvSpPr>
        <p:spPr>
          <a:xfrm>
            <a:off x="5617075" y="1135200"/>
            <a:ext cx="3311400" cy="28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Features Predicting High Gun Violence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svi_multi_unit — 0.1931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acs_median_income — 0.0774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svi_disabled — 0.0457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svi_housing_burden — 0.0453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spike — 0.0448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svi_age65_plus — 0.0424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svi_unemp_rate — 0.0416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/>
              <a:t>acs_unemp_rate — 0.0414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4" name="Google Shape;634;p62" title="Screenshot 2026-05-03 at 10.52.4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600" y="821066"/>
            <a:ext cx="5201948" cy="3651733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62"/>
          <p:cNvSpPr txBox="1"/>
          <p:nvPr/>
        </p:nvSpPr>
        <p:spPr>
          <a:xfrm>
            <a:off x="0" y="0"/>
            <a:ext cx="91440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SHAP Report </a:t>
            </a:r>
            <a:endParaRPr sz="18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3"/>
          <p:cNvSpPr txBox="1"/>
          <p:nvPr/>
        </p:nvSpPr>
        <p:spPr>
          <a:xfrm>
            <a:off x="0" y="62300"/>
            <a:ext cx="91440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Recommendations</a:t>
            </a:r>
            <a:endParaRPr sz="24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41" name="Google Shape;641;p63"/>
          <p:cNvSpPr txBox="1"/>
          <p:nvPr/>
        </p:nvSpPr>
        <p:spPr>
          <a:xfrm>
            <a:off x="22250" y="792275"/>
            <a:ext cx="91440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Target low income and high unemployment counties 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42" name="Google Shape;642;p63"/>
          <p:cNvSpPr/>
          <p:nvPr/>
        </p:nvSpPr>
        <p:spPr>
          <a:xfrm>
            <a:off x="344000" y="1406375"/>
            <a:ext cx="3364500" cy="2768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3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3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43" name="Google Shape;643;p63"/>
          <p:cNvSpPr/>
          <p:nvPr/>
        </p:nvSpPr>
        <p:spPr>
          <a:xfrm>
            <a:off x="592291" y="1679526"/>
            <a:ext cx="2905500" cy="5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3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Education and career support </a:t>
            </a:r>
            <a:endParaRPr sz="1853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44" name="Google Shape;644;p63"/>
          <p:cNvSpPr txBox="1"/>
          <p:nvPr/>
        </p:nvSpPr>
        <p:spPr>
          <a:xfrm>
            <a:off x="464000" y="2259325"/>
            <a:ext cx="3124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Helping children attend school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Initiatives to </a:t>
            </a: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support</a:t>
            </a: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classrooms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Career or higher education  counseling in high school 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Expand job training and employment programs 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45" name="Google Shape;645;p63"/>
          <p:cNvSpPr/>
          <p:nvPr/>
        </p:nvSpPr>
        <p:spPr>
          <a:xfrm>
            <a:off x="5345450" y="1406375"/>
            <a:ext cx="3364500" cy="2768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3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3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46" name="Google Shape;646;p63"/>
          <p:cNvSpPr/>
          <p:nvPr/>
        </p:nvSpPr>
        <p:spPr>
          <a:xfrm>
            <a:off x="5603741" y="1679526"/>
            <a:ext cx="2905500" cy="53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32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7500" lIns="127500" spcFirstLastPara="1" rIns="127500" wrap="square" tIns="127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Housing and health stability </a:t>
            </a:r>
            <a:endParaRPr sz="1853"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47" name="Google Shape;647;p63"/>
          <p:cNvSpPr txBox="1"/>
          <p:nvPr/>
        </p:nvSpPr>
        <p:spPr>
          <a:xfrm>
            <a:off x="5403200" y="2259325"/>
            <a:ext cx="3306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Support affordable housing 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Eviction prevention 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Neighborhood investment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Increase</a:t>
            </a: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 access to trauma care and insurance enrollment  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ork Sans"/>
              <a:buChar char="●"/>
            </a:pPr>
            <a:r>
              <a:rPr lang="en" sz="12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Access to mental health resources</a:t>
            </a:r>
            <a:endParaRPr sz="12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4"/>
          <p:cNvSpPr/>
          <p:nvPr/>
        </p:nvSpPr>
        <p:spPr>
          <a:xfrm>
            <a:off x="560975" y="1037100"/>
            <a:ext cx="7931700" cy="605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53" name="Google Shape;653;p64"/>
          <p:cNvSpPr txBox="1"/>
          <p:nvPr>
            <p:ph idx="1" type="body"/>
          </p:nvPr>
        </p:nvSpPr>
        <p:spPr>
          <a:xfrm>
            <a:off x="0" y="0"/>
            <a:ext cx="91440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Key Takeaways</a:t>
            </a:r>
            <a:endParaRPr sz="2000"/>
          </a:p>
        </p:txBody>
      </p:sp>
      <p:sp>
        <p:nvSpPr>
          <p:cNvPr id="654" name="Google Shape;654;p64"/>
          <p:cNvSpPr txBox="1"/>
          <p:nvPr/>
        </p:nvSpPr>
        <p:spPr>
          <a:xfrm>
            <a:off x="204900" y="992600"/>
            <a:ext cx="8612100" cy="3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Based on the top 8 features urban socioeconomic deprivation is the dominant signal.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Future improvements 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-"/>
            </a:pPr>
            <a:r>
              <a:rPr lang="en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Temporal train/test split to simulate true deployment scenario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-"/>
            </a:pPr>
            <a:r>
              <a:rPr lang="en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Multi-class outcome: low / medium / high for more actionable risk tiers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ork Sans"/>
              <a:buChar char="-"/>
            </a:pPr>
            <a:r>
              <a:rPr lang="en" sz="1600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Add additional features: gun law index, social cohesion measures</a:t>
            </a:r>
            <a:endParaRPr sz="16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Streamlit Demo</a:t>
            </a:r>
            <a:endParaRPr/>
          </a:p>
        </p:txBody>
      </p:sp>
      <p:sp>
        <p:nvSpPr>
          <p:cNvPr id="660" name="Google Shape;660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u="sng">
                <a:solidFill>
                  <a:schemeClr val="hlink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  <a:hlinkClick r:id="rId3"/>
              </a:rPr>
              <a:t>https://gun-violence-early-warning-system.streamlit.app/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nnual Planning">
  <a:themeElements>
    <a:clrScheme name="Simple Light">
      <a:dk1>
        <a:srgbClr val="000000"/>
      </a:dk1>
      <a:lt1>
        <a:srgbClr val="FFFFFF"/>
      </a:lt1>
      <a:dk2>
        <a:srgbClr val="EFEFEF"/>
      </a:dk2>
      <a:lt2>
        <a:srgbClr val="71969D"/>
      </a:lt2>
      <a:accent1>
        <a:srgbClr val="CABFDA"/>
      </a:accent1>
      <a:accent2>
        <a:srgbClr val="FFC6C6"/>
      </a:accent2>
      <a:accent3>
        <a:srgbClr val="192B31"/>
      </a:accent3>
      <a:accent4>
        <a:srgbClr val="000000"/>
      </a:accent4>
      <a:accent5>
        <a:srgbClr val="F37021"/>
      </a:accent5>
      <a:accent6>
        <a:srgbClr val="554D4D"/>
      </a:accent6>
      <a:hlink>
        <a:srgbClr val="16161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